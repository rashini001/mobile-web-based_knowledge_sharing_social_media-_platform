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Oswald" panose="00000500000000000000" pitchFamily="2" charset="0"/>
      <p:regular r:id="rId11"/>
    </p:embeddedFont>
    <p:embeddedFont>
      <p:font typeface="Oswald Bold" panose="00000800000000000000" charset="0"/>
      <p:regular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old" panose="020000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4.svg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6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5602" y="1275237"/>
            <a:ext cx="7628398" cy="696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17"/>
              </a:lnSpc>
            </a:pPr>
            <a:r>
              <a:rPr lang="en-US" sz="9180" dirty="0">
                <a:solidFill>
                  <a:srgbClr val="CEF3F5"/>
                </a:solidFill>
                <a:latin typeface="Oswald"/>
                <a:ea typeface="Oswald"/>
                <a:cs typeface="Oswald"/>
                <a:sym typeface="Oswald"/>
              </a:rPr>
              <a:t>MOBILE + WEB Based Knowledge Sharing Social Media Platform</a:t>
            </a:r>
          </a:p>
          <a:p>
            <a:pPr algn="l">
              <a:lnSpc>
                <a:spcPts val="11017"/>
              </a:lnSpc>
            </a:pPr>
            <a:endParaRPr lang="en-US" sz="9180" dirty="0">
              <a:solidFill>
                <a:srgbClr val="CEF3F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15602" y="8154899"/>
            <a:ext cx="45181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CEF3F5"/>
                </a:solidFill>
                <a:latin typeface="Roboto"/>
                <a:ea typeface="Roboto"/>
                <a:cs typeface="Roboto"/>
                <a:sym typeface="Roboto"/>
              </a:rPr>
              <a:t>GAHDSE232F-001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CEF3F5"/>
                </a:solidFill>
                <a:latin typeface="Roboto"/>
                <a:ea typeface="Roboto"/>
                <a:cs typeface="Roboto"/>
                <a:sym typeface="Roboto"/>
              </a:rPr>
              <a:t>GAHDSE232F-021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654782" y="5455670"/>
            <a:ext cx="5169116" cy="3237960"/>
            <a:chOff x="0" y="0"/>
            <a:chExt cx="6892155" cy="4317280"/>
          </a:xfrm>
        </p:grpSpPr>
        <p:sp>
          <p:nvSpPr>
            <p:cNvPr id="5" name="Freeform 5"/>
            <p:cNvSpPr/>
            <p:nvPr/>
          </p:nvSpPr>
          <p:spPr>
            <a:xfrm>
              <a:off x="127" y="127"/>
              <a:ext cx="6891909" cy="4317111"/>
            </a:xfrm>
            <a:custGeom>
              <a:avLst/>
              <a:gdLst/>
              <a:ahLst/>
              <a:cxnLst/>
              <a:rect l="l" t="t" r="r" b="b"/>
              <a:pathLst>
                <a:path w="6891909" h="4317111">
                  <a:moveTo>
                    <a:pt x="398780" y="0"/>
                  </a:moveTo>
                  <a:cubicBezTo>
                    <a:pt x="179451" y="0"/>
                    <a:pt x="0" y="177165"/>
                    <a:pt x="0" y="396494"/>
                  </a:cubicBezTo>
                  <a:lnTo>
                    <a:pt x="0" y="3920617"/>
                  </a:lnTo>
                  <a:cubicBezTo>
                    <a:pt x="0" y="4139946"/>
                    <a:pt x="179578" y="4317111"/>
                    <a:pt x="398780" y="4317111"/>
                  </a:cubicBezTo>
                  <a:lnTo>
                    <a:pt x="6493129" y="4317111"/>
                  </a:lnTo>
                  <a:cubicBezTo>
                    <a:pt x="6712458" y="4317111"/>
                    <a:pt x="6891909" y="4139819"/>
                    <a:pt x="6891909" y="3920617"/>
                  </a:cubicBezTo>
                  <a:lnTo>
                    <a:pt x="6891909" y="396494"/>
                  </a:lnTo>
                  <a:cubicBezTo>
                    <a:pt x="6891909" y="177165"/>
                    <a:pt x="6712331" y="0"/>
                    <a:pt x="6493129" y="0"/>
                  </a:cubicBezTo>
                  <a:close/>
                </a:path>
              </a:pathLst>
            </a:custGeom>
            <a:solidFill>
              <a:srgbClr val="D0D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72884" y="5803766"/>
            <a:ext cx="4332908" cy="1877038"/>
            <a:chOff x="0" y="0"/>
            <a:chExt cx="5777211" cy="25027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77230" cy="2502662"/>
            </a:xfrm>
            <a:custGeom>
              <a:avLst/>
              <a:gdLst/>
              <a:ahLst/>
              <a:cxnLst/>
              <a:rect l="l" t="t" r="r" b="b"/>
              <a:pathLst>
                <a:path w="5777230" h="2502662">
                  <a:moveTo>
                    <a:pt x="139954" y="127"/>
                  </a:moveTo>
                  <a:cubicBezTo>
                    <a:pt x="62992" y="127"/>
                    <a:pt x="0" y="60706"/>
                    <a:pt x="0" y="139954"/>
                  </a:cubicBezTo>
                  <a:lnTo>
                    <a:pt x="0" y="2362708"/>
                  </a:lnTo>
                  <a:cubicBezTo>
                    <a:pt x="0" y="2439670"/>
                    <a:pt x="62992" y="2502662"/>
                    <a:pt x="139954" y="2502662"/>
                  </a:cubicBezTo>
                  <a:lnTo>
                    <a:pt x="5637276" y="2502662"/>
                  </a:lnTo>
                  <a:cubicBezTo>
                    <a:pt x="5714238" y="2502662"/>
                    <a:pt x="5777230" y="2439797"/>
                    <a:pt x="5777230" y="2362708"/>
                  </a:cubicBezTo>
                  <a:lnTo>
                    <a:pt x="5777230" y="139954"/>
                  </a:lnTo>
                  <a:cubicBezTo>
                    <a:pt x="5777230" y="60706"/>
                    <a:pt x="5714238" y="0"/>
                    <a:pt x="5637276" y="0"/>
                  </a:cubicBezTo>
                  <a:close/>
                </a:path>
              </a:pathLst>
            </a:custGeom>
            <a:solidFill>
              <a:srgbClr val="BEC0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08690" y="7031750"/>
            <a:ext cx="251974" cy="26324"/>
            <a:chOff x="0" y="0"/>
            <a:chExt cx="335965" cy="35099"/>
          </a:xfrm>
        </p:grpSpPr>
        <p:sp>
          <p:nvSpPr>
            <p:cNvPr id="9" name="Freeform 9"/>
            <p:cNvSpPr/>
            <p:nvPr/>
          </p:nvSpPr>
          <p:spPr>
            <a:xfrm>
              <a:off x="127" y="127"/>
              <a:ext cx="335788" cy="34925"/>
            </a:xfrm>
            <a:custGeom>
              <a:avLst/>
              <a:gdLst/>
              <a:ahLst/>
              <a:cxnLst/>
              <a:rect l="l" t="t" r="r" b="b"/>
              <a:pathLst>
                <a:path w="335788" h="34925">
                  <a:moveTo>
                    <a:pt x="27940" y="0"/>
                  </a:moveTo>
                  <a:cubicBezTo>
                    <a:pt x="11557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1557" y="4572"/>
                    <a:pt x="27940" y="4572"/>
                  </a:cubicBezTo>
                  <a:lnTo>
                    <a:pt x="307848" y="4572"/>
                  </a:lnTo>
                  <a:cubicBezTo>
                    <a:pt x="324104" y="4572"/>
                    <a:pt x="335788" y="18669"/>
                    <a:pt x="335788" y="34925"/>
                  </a:cubicBezTo>
                  <a:lnTo>
                    <a:pt x="335788" y="27940"/>
                  </a:lnTo>
                  <a:cubicBezTo>
                    <a:pt x="335788" y="11684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608690" y="6409026"/>
            <a:ext cx="251974" cy="26272"/>
            <a:chOff x="0" y="0"/>
            <a:chExt cx="335965" cy="35029"/>
          </a:xfrm>
        </p:grpSpPr>
        <p:sp>
          <p:nvSpPr>
            <p:cNvPr id="11" name="Freeform 11"/>
            <p:cNvSpPr/>
            <p:nvPr/>
          </p:nvSpPr>
          <p:spPr>
            <a:xfrm>
              <a:off x="127" y="127"/>
              <a:ext cx="335788" cy="34925"/>
            </a:xfrm>
            <a:custGeom>
              <a:avLst/>
              <a:gdLst/>
              <a:ahLst/>
              <a:cxnLst/>
              <a:rect l="l" t="t" r="r" b="b"/>
              <a:pathLst>
                <a:path w="335788" h="34925">
                  <a:moveTo>
                    <a:pt x="27940" y="0"/>
                  </a:moveTo>
                  <a:cubicBezTo>
                    <a:pt x="11557" y="0"/>
                    <a:pt x="0" y="13970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1557" y="4572"/>
                    <a:pt x="27940" y="4572"/>
                  </a:cubicBezTo>
                  <a:lnTo>
                    <a:pt x="307848" y="4572"/>
                  </a:lnTo>
                  <a:cubicBezTo>
                    <a:pt x="324104" y="4572"/>
                    <a:pt x="335788" y="18542"/>
                    <a:pt x="335788" y="34925"/>
                  </a:cubicBezTo>
                  <a:lnTo>
                    <a:pt x="335788" y="27940"/>
                  </a:lnTo>
                  <a:cubicBezTo>
                    <a:pt x="335788" y="13970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08690" y="6122128"/>
            <a:ext cx="251974" cy="26324"/>
            <a:chOff x="0" y="0"/>
            <a:chExt cx="335965" cy="35099"/>
          </a:xfrm>
        </p:grpSpPr>
        <p:sp>
          <p:nvSpPr>
            <p:cNvPr id="13" name="Freeform 13"/>
            <p:cNvSpPr/>
            <p:nvPr/>
          </p:nvSpPr>
          <p:spPr>
            <a:xfrm>
              <a:off x="127" y="0"/>
              <a:ext cx="335788" cy="34925"/>
            </a:xfrm>
            <a:custGeom>
              <a:avLst/>
              <a:gdLst/>
              <a:ahLst/>
              <a:cxnLst/>
              <a:rect l="l" t="t" r="r" b="b"/>
              <a:pathLst>
                <a:path w="335788" h="34925">
                  <a:moveTo>
                    <a:pt x="27940" y="127"/>
                  </a:moveTo>
                  <a:cubicBezTo>
                    <a:pt x="11557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669"/>
                    <a:pt x="11684" y="6985"/>
                    <a:pt x="27940" y="6985"/>
                  </a:cubicBezTo>
                  <a:lnTo>
                    <a:pt x="307848" y="6985"/>
                  </a:lnTo>
                  <a:cubicBezTo>
                    <a:pt x="324104" y="6985"/>
                    <a:pt x="335788" y="18669"/>
                    <a:pt x="335788" y="34925"/>
                  </a:cubicBezTo>
                  <a:lnTo>
                    <a:pt x="335788" y="30353"/>
                  </a:lnTo>
                  <a:cubicBezTo>
                    <a:pt x="335788" y="13970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08690" y="6720414"/>
            <a:ext cx="251974" cy="24542"/>
            <a:chOff x="0" y="0"/>
            <a:chExt cx="335965" cy="32723"/>
          </a:xfrm>
        </p:grpSpPr>
        <p:sp>
          <p:nvSpPr>
            <p:cNvPr id="15" name="Freeform 15"/>
            <p:cNvSpPr/>
            <p:nvPr/>
          </p:nvSpPr>
          <p:spPr>
            <a:xfrm>
              <a:off x="127" y="0"/>
              <a:ext cx="335788" cy="32639"/>
            </a:xfrm>
            <a:custGeom>
              <a:avLst/>
              <a:gdLst/>
              <a:ahLst/>
              <a:cxnLst/>
              <a:rect l="l" t="t" r="r" b="b"/>
              <a:pathLst>
                <a:path w="335788" h="32639">
                  <a:moveTo>
                    <a:pt x="27940" y="0"/>
                  </a:moveTo>
                  <a:cubicBezTo>
                    <a:pt x="11557" y="0"/>
                    <a:pt x="0" y="11684"/>
                    <a:pt x="0" y="27940"/>
                  </a:cubicBezTo>
                  <a:lnTo>
                    <a:pt x="0" y="32639"/>
                  </a:lnTo>
                  <a:cubicBezTo>
                    <a:pt x="0" y="18669"/>
                    <a:pt x="11684" y="4699"/>
                    <a:pt x="27940" y="4699"/>
                  </a:cubicBezTo>
                  <a:lnTo>
                    <a:pt x="307848" y="4699"/>
                  </a:lnTo>
                  <a:cubicBezTo>
                    <a:pt x="324104" y="4699"/>
                    <a:pt x="335788" y="18669"/>
                    <a:pt x="335788" y="32639"/>
                  </a:cubicBezTo>
                  <a:lnTo>
                    <a:pt x="335788" y="27940"/>
                  </a:lnTo>
                  <a:cubicBezTo>
                    <a:pt x="335788" y="11684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76674" y="6720414"/>
            <a:ext cx="253652" cy="26272"/>
            <a:chOff x="0" y="0"/>
            <a:chExt cx="338203" cy="350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7940" y="0"/>
                  </a:moveTo>
                  <a:cubicBezTo>
                    <a:pt x="11684" y="0"/>
                    <a:pt x="0" y="11684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1684" y="4699"/>
                    <a:pt x="27940" y="4699"/>
                  </a:cubicBezTo>
                  <a:lnTo>
                    <a:pt x="307848" y="4699"/>
                  </a:lnTo>
                  <a:cubicBezTo>
                    <a:pt x="324231" y="4699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608690" y="5934970"/>
            <a:ext cx="251974" cy="26324"/>
            <a:chOff x="0" y="0"/>
            <a:chExt cx="335965" cy="35099"/>
          </a:xfrm>
        </p:grpSpPr>
        <p:sp>
          <p:nvSpPr>
            <p:cNvPr id="19" name="Freeform 19"/>
            <p:cNvSpPr/>
            <p:nvPr/>
          </p:nvSpPr>
          <p:spPr>
            <a:xfrm>
              <a:off x="127" y="127"/>
              <a:ext cx="335788" cy="34925"/>
            </a:xfrm>
            <a:custGeom>
              <a:avLst/>
              <a:gdLst/>
              <a:ahLst/>
              <a:cxnLst/>
              <a:rect l="l" t="t" r="r" b="b"/>
              <a:pathLst>
                <a:path w="335788" h="34925">
                  <a:moveTo>
                    <a:pt x="27940" y="0"/>
                  </a:moveTo>
                  <a:cubicBezTo>
                    <a:pt x="11557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1684" y="6985"/>
                    <a:pt x="27940" y="6985"/>
                  </a:cubicBezTo>
                  <a:lnTo>
                    <a:pt x="307848" y="6985"/>
                  </a:lnTo>
                  <a:cubicBezTo>
                    <a:pt x="324104" y="6985"/>
                    <a:pt x="335788" y="18669"/>
                    <a:pt x="335788" y="34925"/>
                  </a:cubicBezTo>
                  <a:lnTo>
                    <a:pt x="335788" y="30226"/>
                  </a:lnTo>
                  <a:cubicBezTo>
                    <a:pt x="335788" y="13970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576674" y="6122128"/>
            <a:ext cx="253652" cy="26324"/>
            <a:chOff x="0" y="0"/>
            <a:chExt cx="338203" cy="350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27940" y="127"/>
                  </a:moveTo>
                  <a:cubicBezTo>
                    <a:pt x="11684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796"/>
                    <a:pt x="11684" y="7112"/>
                    <a:pt x="27940" y="7112"/>
                  </a:cubicBezTo>
                  <a:lnTo>
                    <a:pt x="307848" y="7112"/>
                  </a:lnTo>
                  <a:cubicBezTo>
                    <a:pt x="324231" y="7112"/>
                    <a:pt x="338201" y="18796"/>
                    <a:pt x="338201" y="35052"/>
                  </a:cubicBezTo>
                  <a:lnTo>
                    <a:pt x="338201" y="30353"/>
                  </a:lnTo>
                  <a:cubicBezTo>
                    <a:pt x="338201" y="13970"/>
                    <a:pt x="324231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32040" y="6409026"/>
            <a:ext cx="598288" cy="26272"/>
            <a:chOff x="0" y="0"/>
            <a:chExt cx="797717" cy="35029"/>
          </a:xfrm>
        </p:grpSpPr>
        <p:sp>
          <p:nvSpPr>
            <p:cNvPr id="23" name="Freeform 23"/>
            <p:cNvSpPr/>
            <p:nvPr/>
          </p:nvSpPr>
          <p:spPr>
            <a:xfrm>
              <a:off x="127" y="127"/>
              <a:ext cx="797560" cy="34925"/>
            </a:xfrm>
            <a:custGeom>
              <a:avLst/>
              <a:gdLst/>
              <a:ahLst/>
              <a:cxnLst/>
              <a:rect l="l" t="t" r="r" b="b"/>
              <a:pathLst>
                <a:path w="797560" h="34925">
                  <a:moveTo>
                    <a:pt x="30226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3970" y="4572"/>
                    <a:pt x="30226" y="4572"/>
                  </a:cubicBezTo>
                  <a:lnTo>
                    <a:pt x="767207" y="4572"/>
                  </a:lnTo>
                  <a:cubicBezTo>
                    <a:pt x="783590" y="4572"/>
                    <a:pt x="797560" y="18542"/>
                    <a:pt x="797560" y="34925"/>
                  </a:cubicBezTo>
                  <a:lnTo>
                    <a:pt x="797560" y="27940"/>
                  </a:lnTo>
                  <a:cubicBezTo>
                    <a:pt x="797560" y="11557"/>
                    <a:pt x="783590" y="0"/>
                    <a:pt x="767207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576674" y="7343136"/>
            <a:ext cx="253652" cy="26272"/>
            <a:chOff x="0" y="0"/>
            <a:chExt cx="338203" cy="350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27940" y="0"/>
                  </a:moveTo>
                  <a:cubicBezTo>
                    <a:pt x="11684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1684" y="4699"/>
                    <a:pt x="27940" y="4699"/>
                  </a:cubicBezTo>
                  <a:lnTo>
                    <a:pt x="307848" y="4699"/>
                  </a:lnTo>
                  <a:cubicBezTo>
                    <a:pt x="324231" y="4699"/>
                    <a:pt x="338201" y="18669"/>
                    <a:pt x="338201" y="35052"/>
                  </a:cubicBezTo>
                  <a:lnTo>
                    <a:pt x="338201" y="28067"/>
                  </a:lnTo>
                  <a:cubicBezTo>
                    <a:pt x="338201" y="11684"/>
                    <a:pt x="324231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576674" y="7031750"/>
            <a:ext cx="253652" cy="26324"/>
            <a:chOff x="0" y="0"/>
            <a:chExt cx="338203" cy="35099"/>
          </a:xfrm>
        </p:grpSpPr>
        <p:sp>
          <p:nvSpPr>
            <p:cNvPr id="27" name="Freeform 27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7940" y="0"/>
                  </a:moveTo>
                  <a:cubicBezTo>
                    <a:pt x="11684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1684" y="4572"/>
                    <a:pt x="27940" y="4572"/>
                  </a:cubicBezTo>
                  <a:lnTo>
                    <a:pt x="307848" y="4572"/>
                  </a:lnTo>
                  <a:cubicBezTo>
                    <a:pt x="324231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76674" y="5934970"/>
            <a:ext cx="253652" cy="26324"/>
            <a:chOff x="0" y="0"/>
            <a:chExt cx="338203" cy="35099"/>
          </a:xfrm>
        </p:grpSpPr>
        <p:sp>
          <p:nvSpPr>
            <p:cNvPr id="29" name="Freeform 29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7940" y="0"/>
                  </a:moveTo>
                  <a:cubicBezTo>
                    <a:pt x="11684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1684" y="6985"/>
                    <a:pt x="27940" y="6985"/>
                  </a:cubicBezTo>
                  <a:lnTo>
                    <a:pt x="307848" y="6985"/>
                  </a:lnTo>
                  <a:cubicBezTo>
                    <a:pt x="324231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4231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294392" y="5934970"/>
            <a:ext cx="253704" cy="26324"/>
            <a:chOff x="0" y="0"/>
            <a:chExt cx="338272" cy="35099"/>
          </a:xfrm>
        </p:grpSpPr>
        <p:sp>
          <p:nvSpPr>
            <p:cNvPr id="31" name="Freeform 31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2286" y="18669"/>
                    <a:pt x="13970" y="6985"/>
                    <a:pt x="30226" y="6985"/>
                  </a:cubicBezTo>
                  <a:lnTo>
                    <a:pt x="310134" y="6985"/>
                  </a:lnTo>
                  <a:cubicBezTo>
                    <a:pt x="326517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294392" y="6122128"/>
            <a:ext cx="253704" cy="26324"/>
            <a:chOff x="0" y="0"/>
            <a:chExt cx="338272" cy="35099"/>
          </a:xfrm>
        </p:grpSpPr>
        <p:sp>
          <p:nvSpPr>
            <p:cNvPr id="33" name="Freeform 33"/>
            <p:cNvSpPr/>
            <p:nvPr/>
          </p:nvSpPr>
          <p:spPr>
            <a:xfrm>
              <a:off x="127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30226" y="127"/>
                  </a:moveTo>
                  <a:cubicBezTo>
                    <a:pt x="13970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2286" y="18796"/>
                    <a:pt x="13970" y="7112"/>
                    <a:pt x="30226" y="7112"/>
                  </a:cubicBezTo>
                  <a:lnTo>
                    <a:pt x="310134" y="7112"/>
                  </a:lnTo>
                  <a:cubicBezTo>
                    <a:pt x="326517" y="7112"/>
                    <a:pt x="338201" y="18796"/>
                    <a:pt x="338201" y="35052"/>
                  </a:cubicBezTo>
                  <a:lnTo>
                    <a:pt x="338201" y="30353"/>
                  </a:lnTo>
                  <a:cubicBezTo>
                    <a:pt x="338201" y="13970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294392" y="6409026"/>
            <a:ext cx="253704" cy="26272"/>
            <a:chOff x="0" y="0"/>
            <a:chExt cx="338272" cy="35029"/>
          </a:xfrm>
        </p:grpSpPr>
        <p:sp>
          <p:nvSpPr>
            <p:cNvPr id="35" name="Freeform 35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3970"/>
                    <a:pt x="0" y="27940"/>
                  </a:cubicBezTo>
                  <a:lnTo>
                    <a:pt x="0" y="34925"/>
                  </a:lnTo>
                  <a:cubicBezTo>
                    <a:pt x="2286" y="18542"/>
                    <a:pt x="13970" y="4572"/>
                    <a:pt x="30226" y="4572"/>
                  </a:cubicBezTo>
                  <a:lnTo>
                    <a:pt x="310134" y="4572"/>
                  </a:lnTo>
                  <a:cubicBezTo>
                    <a:pt x="326517" y="4572"/>
                    <a:pt x="338201" y="18542"/>
                    <a:pt x="338201" y="34925"/>
                  </a:cubicBezTo>
                  <a:lnTo>
                    <a:pt x="338201" y="27940"/>
                  </a:lnTo>
                  <a:cubicBezTo>
                    <a:pt x="338201" y="13970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951542" y="6122128"/>
            <a:ext cx="253704" cy="26324"/>
            <a:chOff x="0" y="0"/>
            <a:chExt cx="338272" cy="35099"/>
          </a:xfrm>
        </p:grpSpPr>
        <p:sp>
          <p:nvSpPr>
            <p:cNvPr id="37" name="Freeform 37"/>
            <p:cNvSpPr/>
            <p:nvPr/>
          </p:nvSpPr>
          <p:spPr>
            <a:xfrm>
              <a:off x="127" y="0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127"/>
                  </a:moveTo>
                  <a:cubicBezTo>
                    <a:pt x="13970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669"/>
                    <a:pt x="13970" y="6985"/>
                    <a:pt x="30226" y="6985"/>
                  </a:cubicBezTo>
                  <a:lnTo>
                    <a:pt x="307848" y="6985"/>
                  </a:lnTo>
                  <a:cubicBezTo>
                    <a:pt x="324104" y="6985"/>
                    <a:pt x="338201" y="18669"/>
                    <a:pt x="338201" y="34925"/>
                  </a:cubicBezTo>
                  <a:lnTo>
                    <a:pt x="338201" y="30353"/>
                  </a:lnTo>
                  <a:cubicBezTo>
                    <a:pt x="338201" y="13970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951542" y="6409026"/>
            <a:ext cx="253704" cy="26272"/>
            <a:chOff x="0" y="0"/>
            <a:chExt cx="338272" cy="35029"/>
          </a:xfrm>
        </p:grpSpPr>
        <p:sp>
          <p:nvSpPr>
            <p:cNvPr id="39" name="Freeform 39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3970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3970" y="4572"/>
                    <a:pt x="30226" y="4572"/>
                  </a:cubicBezTo>
                  <a:lnTo>
                    <a:pt x="307848" y="4572"/>
                  </a:lnTo>
                  <a:cubicBezTo>
                    <a:pt x="324104" y="4572"/>
                    <a:pt x="338201" y="18542"/>
                    <a:pt x="338201" y="34925"/>
                  </a:cubicBezTo>
                  <a:lnTo>
                    <a:pt x="338201" y="27940"/>
                  </a:lnTo>
                  <a:cubicBezTo>
                    <a:pt x="338201" y="13970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951542" y="6720414"/>
            <a:ext cx="253704" cy="24542"/>
            <a:chOff x="0" y="0"/>
            <a:chExt cx="338272" cy="32723"/>
          </a:xfrm>
        </p:grpSpPr>
        <p:sp>
          <p:nvSpPr>
            <p:cNvPr id="41" name="Freeform 41"/>
            <p:cNvSpPr/>
            <p:nvPr/>
          </p:nvSpPr>
          <p:spPr>
            <a:xfrm>
              <a:off x="127" y="0"/>
              <a:ext cx="338201" cy="32639"/>
            </a:xfrm>
            <a:custGeom>
              <a:avLst/>
              <a:gdLst/>
              <a:ahLst/>
              <a:cxnLst/>
              <a:rect l="l" t="t" r="r" b="b"/>
              <a:pathLst>
                <a:path w="338201" h="32639">
                  <a:moveTo>
                    <a:pt x="30226" y="0"/>
                  </a:moveTo>
                  <a:cubicBezTo>
                    <a:pt x="13970" y="0"/>
                    <a:pt x="0" y="11684"/>
                    <a:pt x="0" y="27940"/>
                  </a:cubicBezTo>
                  <a:lnTo>
                    <a:pt x="0" y="32639"/>
                  </a:lnTo>
                  <a:cubicBezTo>
                    <a:pt x="0" y="18669"/>
                    <a:pt x="13970" y="4699"/>
                    <a:pt x="30226" y="4699"/>
                  </a:cubicBezTo>
                  <a:lnTo>
                    <a:pt x="307848" y="4699"/>
                  </a:lnTo>
                  <a:cubicBezTo>
                    <a:pt x="324104" y="4699"/>
                    <a:pt x="338201" y="18669"/>
                    <a:pt x="338201" y="32639"/>
                  </a:cubicBezTo>
                  <a:lnTo>
                    <a:pt x="338201" y="27940"/>
                  </a:lnTo>
                  <a:cubicBezTo>
                    <a:pt x="338201" y="11684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4294392" y="6720414"/>
            <a:ext cx="253704" cy="24542"/>
            <a:chOff x="0" y="0"/>
            <a:chExt cx="338272" cy="32723"/>
          </a:xfrm>
        </p:grpSpPr>
        <p:sp>
          <p:nvSpPr>
            <p:cNvPr id="43" name="Freeform 43"/>
            <p:cNvSpPr/>
            <p:nvPr/>
          </p:nvSpPr>
          <p:spPr>
            <a:xfrm>
              <a:off x="127" y="0"/>
              <a:ext cx="338201" cy="32639"/>
            </a:xfrm>
            <a:custGeom>
              <a:avLst/>
              <a:gdLst/>
              <a:ahLst/>
              <a:cxnLst/>
              <a:rect l="l" t="t" r="r" b="b"/>
              <a:pathLst>
                <a:path w="338201" h="32639">
                  <a:moveTo>
                    <a:pt x="30226" y="0"/>
                  </a:moveTo>
                  <a:cubicBezTo>
                    <a:pt x="13970" y="0"/>
                    <a:pt x="0" y="11684"/>
                    <a:pt x="0" y="27940"/>
                  </a:cubicBezTo>
                  <a:lnTo>
                    <a:pt x="0" y="32639"/>
                  </a:lnTo>
                  <a:cubicBezTo>
                    <a:pt x="2286" y="18669"/>
                    <a:pt x="13970" y="4699"/>
                    <a:pt x="30226" y="4699"/>
                  </a:cubicBezTo>
                  <a:lnTo>
                    <a:pt x="310134" y="4699"/>
                  </a:lnTo>
                  <a:cubicBezTo>
                    <a:pt x="326517" y="4699"/>
                    <a:pt x="338201" y="18669"/>
                    <a:pt x="338201" y="32639"/>
                  </a:cubicBezTo>
                  <a:lnTo>
                    <a:pt x="338201" y="27940"/>
                  </a:lnTo>
                  <a:cubicBezTo>
                    <a:pt x="338201" y="11684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951542" y="7031750"/>
            <a:ext cx="253704" cy="26324"/>
            <a:chOff x="0" y="0"/>
            <a:chExt cx="338272" cy="35099"/>
          </a:xfrm>
        </p:grpSpPr>
        <p:sp>
          <p:nvSpPr>
            <p:cNvPr id="45" name="Freeform 45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3970" y="4572"/>
                    <a:pt x="30226" y="4572"/>
                  </a:cubicBezTo>
                  <a:lnTo>
                    <a:pt x="307848" y="4572"/>
                  </a:lnTo>
                  <a:cubicBezTo>
                    <a:pt x="324104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951542" y="5934970"/>
            <a:ext cx="253704" cy="26324"/>
            <a:chOff x="0" y="0"/>
            <a:chExt cx="338272" cy="35099"/>
          </a:xfrm>
        </p:grpSpPr>
        <p:sp>
          <p:nvSpPr>
            <p:cNvPr id="47" name="Freeform 47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3970" y="6985"/>
                    <a:pt x="30226" y="6985"/>
                  </a:cubicBezTo>
                  <a:lnTo>
                    <a:pt x="307848" y="6985"/>
                  </a:lnTo>
                  <a:cubicBezTo>
                    <a:pt x="324104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294392" y="7031750"/>
            <a:ext cx="253704" cy="26324"/>
            <a:chOff x="0" y="0"/>
            <a:chExt cx="338272" cy="35099"/>
          </a:xfrm>
        </p:grpSpPr>
        <p:sp>
          <p:nvSpPr>
            <p:cNvPr id="49" name="Freeform 49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2286" y="18669"/>
                    <a:pt x="13970" y="4572"/>
                    <a:pt x="30226" y="4572"/>
                  </a:cubicBezTo>
                  <a:lnTo>
                    <a:pt x="310134" y="4572"/>
                  </a:lnTo>
                  <a:cubicBezTo>
                    <a:pt x="326517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608690" y="7343136"/>
            <a:ext cx="1628630" cy="26272"/>
            <a:chOff x="0" y="0"/>
            <a:chExt cx="2171507" cy="35029"/>
          </a:xfrm>
        </p:grpSpPr>
        <p:sp>
          <p:nvSpPr>
            <p:cNvPr id="51" name="Freeform 51"/>
            <p:cNvSpPr/>
            <p:nvPr/>
          </p:nvSpPr>
          <p:spPr>
            <a:xfrm>
              <a:off x="127" y="0"/>
              <a:ext cx="2171319" cy="35052"/>
            </a:xfrm>
            <a:custGeom>
              <a:avLst/>
              <a:gdLst/>
              <a:ahLst/>
              <a:cxnLst/>
              <a:rect l="l" t="t" r="r" b="b"/>
              <a:pathLst>
                <a:path w="2171319" h="35052">
                  <a:moveTo>
                    <a:pt x="27940" y="0"/>
                  </a:moveTo>
                  <a:cubicBezTo>
                    <a:pt x="11557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1557" y="4699"/>
                    <a:pt x="27940" y="4699"/>
                  </a:cubicBezTo>
                  <a:lnTo>
                    <a:pt x="2141093" y="4699"/>
                  </a:lnTo>
                  <a:cubicBezTo>
                    <a:pt x="2157349" y="4699"/>
                    <a:pt x="2171319" y="18669"/>
                    <a:pt x="2171319" y="35052"/>
                  </a:cubicBezTo>
                  <a:lnTo>
                    <a:pt x="2171319" y="28067"/>
                  </a:lnTo>
                  <a:cubicBezTo>
                    <a:pt x="2171319" y="11684"/>
                    <a:pt x="2157349" y="0"/>
                    <a:pt x="2141093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264108" y="7031750"/>
            <a:ext cx="253704" cy="26324"/>
            <a:chOff x="0" y="0"/>
            <a:chExt cx="338272" cy="35099"/>
          </a:xfrm>
        </p:grpSpPr>
        <p:sp>
          <p:nvSpPr>
            <p:cNvPr id="53" name="Freeform 53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4097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4097" y="4572"/>
                    <a:pt x="28067" y="4572"/>
                  </a:cubicBezTo>
                  <a:lnTo>
                    <a:pt x="307975" y="4572"/>
                  </a:lnTo>
                  <a:cubicBezTo>
                    <a:pt x="324231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919526" y="5934970"/>
            <a:ext cx="253652" cy="26324"/>
            <a:chOff x="0" y="0"/>
            <a:chExt cx="338203" cy="35099"/>
          </a:xfrm>
        </p:grpSpPr>
        <p:sp>
          <p:nvSpPr>
            <p:cNvPr id="55" name="Freeform 55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3970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3970" y="6985"/>
                    <a:pt x="30353" y="6985"/>
                  </a:cubicBezTo>
                  <a:lnTo>
                    <a:pt x="310261" y="6985"/>
                  </a:lnTo>
                  <a:cubicBezTo>
                    <a:pt x="326517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6517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3264108" y="7343136"/>
            <a:ext cx="253704" cy="26272"/>
            <a:chOff x="0" y="0"/>
            <a:chExt cx="338272" cy="3502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28067" y="0"/>
                  </a:moveTo>
                  <a:cubicBezTo>
                    <a:pt x="14097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4097" y="4699"/>
                    <a:pt x="28067" y="4699"/>
                  </a:cubicBezTo>
                  <a:lnTo>
                    <a:pt x="307975" y="4699"/>
                  </a:lnTo>
                  <a:cubicBezTo>
                    <a:pt x="324231" y="4699"/>
                    <a:pt x="338201" y="18669"/>
                    <a:pt x="338201" y="35052"/>
                  </a:cubicBezTo>
                  <a:lnTo>
                    <a:pt x="338201" y="28067"/>
                  </a:lnTo>
                  <a:cubicBezTo>
                    <a:pt x="338201" y="11684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919526" y="7343136"/>
            <a:ext cx="253652" cy="26272"/>
            <a:chOff x="0" y="0"/>
            <a:chExt cx="338203" cy="3502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30353" y="0"/>
                  </a:moveTo>
                  <a:cubicBezTo>
                    <a:pt x="13970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3970" y="4699"/>
                    <a:pt x="30353" y="4699"/>
                  </a:cubicBezTo>
                  <a:lnTo>
                    <a:pt x="310261" y="4699"/>
                  </a:lnTo>
                  <a:cubicBezTo>
                    <a:pt x="326517" y="4699"/>
                    <a:pt x="338201" y="18669"/>
                    <a:pt x="338201" y="35052"/>
                  </a:cubicBezTo>
                  <a:lnTo>
                    <a:pt x="338201" y="28067"/>
                  </a:lnTo>
                  <a:cubicBezTo>
                    <a:pt x="338201" y="11684"/>
                    <a:pt x="326517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919526" y="6122128"/>
            <a:ext cx="253652" cy="26324"/>
            <a:chOff x="0" y="0"/>
            <a:chExt cx="338203" cy="3509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30353" y="127"/>
                  </a:moveTo>
                  <a:cubicBezTo>
                    <a:pt x="13970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796"/>
                    <a:pt x="13970" y="7112"/>
                    <a:pt x="30353" y="7112"/>
                  </a:cubicBezTo>
                  <a:lnTo>
                    <a:pt x="310261" y="7112"/>
                  </a:lnTo>
                  <a:cubicBezTo>
                    <a:pt x="326517" y="7112"/>
                    <a:pt x="338201" y="18796"/>
                    <a:pt x="338201" y="35052"/>
                  </a:cubicBezTo>
                  <a:lnTo>
                    <a:pt x="338201" y="30353"/>
                  </a:lnTo>
                  <a:cubicBezTo>
                    <a:pt x="338201" y="13970"/>
                    <a:pt x="326517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919526" y="7031750"/>
            <a:ext cx="253652" cy="26324"/>
            <a:chOff x="0" y="0"/>
            <a:chExt cx="338203" cy="35099"/>
          </a:xfrm>
        </p:grpSpPr>
        <p:sp>
          <p:nvSpPr>
            <p:cNvPr id="63" name="Freeform 63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3970" y="4572"/>
                    <a:pt x="30353" y="4572"/>
                  </a:cubicBezTo>
                  <a:lnTo>
                    <a:pt x="310261" y="4572"/>
                  </a:lnTo>
                  <a:cubicBezTo>
                    <a:pt x="326517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6517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919526" y="6409026"/>
            <a:ext cx="253652" cy="26272"/>
            <a:chOff x="0" y="0"/>
            <a:chExt cx="338203" cy="35029"/>
          </a:xfrm>
        </p:grpSpPr>
        <p:sp>
          <p:nvSpPr>
            <p:cNvPr id="65" name="Freeform 65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3970" y="4572"/>
                    <a:pt x="30353" y="4572"/>
                  </a:cubicBezTo>
                  <a:lnTo>
                    <a:pt x="310261" y="4572"/>
                  </a:lnTo>
                  <a:cubicBezTo>
                    <a:pt x="326517" y="4572"/>
                    <a:pt x="338201" y="18542"/>
                    <a:pt x="338201" y="34925"/>
                  </a:cubicBezTo>
                  <a:lnTo>
                    <a:pt x="338201" y="27940"/>
                  </a:lnTo>
                  <a:cubicBezTo>
                    <a:pt x="338201" y="11557"/>
                    <a:pt x="326517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2919526" y="6720414"/>
            <a:ext cx="253652" cy="26272"/>
            <a:chOff x="0" y="0"/>
            <a:chExt cx="338203" cy="3502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3970" y="0"/>
                    <a:pt x="0" y="11684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3970" y="4699"/>
                    <a:pt x="30353" y="4699"/>
                  </a:cubicBezTo>
                  <a:lnTo>
                    <a:pt x="310261" y="4699"/>
                  </a:lnTo>
                  <a:cubicBezTo>
                    <a:pt x="326517" y="4699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6517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264108" y="5934970"/>
            <a:ext cx="253704" cy="26324"/>
            <a:chOff x="0" y="0"/>
            <a:chExt cx="338272" cy="35099"/>
          </a:xfrm>
        </p:grpSpPr>
        <p:sp>
          <p:nvSpPr>
            <p:cNvPr id="69" name="Freeform 69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4097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4097" y="6985"/>
                    <a:pt x="28067" y="6985"/>
                  </a:cubicBezTo>
                  <a:lnTo>
                    <a:pt x="307975" y="6985"/>
                  </a:lnTo>
                  <a:cubicBezTo>
                    <a:pt x="324231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264108" y="6409026"/>
            <a:ext cx="253704" cy="26272"/>
            <a:chOff x="0" y="0"/>
            <a:chExt cx="338272" cy="35029"/>
          </a:xfrm>
        </p:grpSpPr>
        <p:sp>
          <p:nvSpPr>
            <p:cNvPr id="71" name="Freeform 71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4097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4097" y="4572"/>
                    <a:pt x="28067" y="4572"/>
                  </a:cubicBezTo>
                  <a:lnTo>
                    <a:pt x="307975" y="4572"/>
                  </a:lnTo>
                  <a:cubicBezTo>
                    <a:pt x="324231" y="4572"/>
                    <a:pt x="338201" y="18542"/>
                    <a:pt x="338201" y="34925"/>
                  </a:cubicBezTo>
                  <a:lnTo>
                    <a:pt x="338201" y="27940"/>
                  </a:lnTo>
                  <a:cubicBezTo>
                    <a:pt x="338201" y="11557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264108" y="6122128"/>
            <a:ext cx="253704" cy="26324"/>
            <a:chOff x="0" y="0"/>
            <a:chExt cx="338272" cy="3509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28067" y="127"/>
                  </a:moveTo>
                  <a:cubicBezTo>
                    <a:pt x="14097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796"/>
                    <a:pt x="14097" y="7112"/>
                    <a:pt x="28067" y="7112"/>
                  </a:cubicBezTo>
                  <a:lnTo>
                    <a:pt x="307975" y="7112"/>
                  </a:lnTo>
                  <a:cubicBezTo>
                    <a:pt x="324231" y="7112"/>
                    <a:pt x="338201" y="18796"/>
                    <a:pt x="338201" y="35052"/>
                  </a:cubicBezTo>
                  <a:lnTo>
                    <a:pt x="338201" y="30353"/>
                  </a:lnTo>
                  <a:cubicBezTo>
                    <a:pt x="338201" y="13970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3264108" y="6720414"/>
            <a:ext cx="253704" cy="26272"/>
            <a:chOff x="0" y="0"/>
            <a:chExt cx="338272" cy="3502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4097" y="0"/>
                    <a:pt x="0" y="11684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4097" y="4699"/>
                    <a:pt x="28067" y="4699"/>
                  </a:cubicBezTo>
                  <a:lnTo>
                    <a:pt x="307975" y="4699"/>
                  </a:lnTo>
                  <a:cubicBezTo>
                    <a:pt x="324231" y="4699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3584200" y="7783946"/>
            <a:ext cx="1299778" cy="760956"/>
            <a:chOff x="0" y="0"/>
            <a:chExt cx="1733037" cy="1014608"/>
          </a:xfrm>
        </p:grpSpPr>
        <p:sp>
          <p:nvSpPr>
            <p:cNvPr id="77" name="Freeform 77"/>
            <p:cNvSpPr/>
            <p:nvPr/>
          </p:nvSpPr>
          <p:spPr>
            <a:xfrm>
              <a:off x="127" y="0"/>
              <a:ext cx="1732915" cy="1014603"/>
            </a:xfrm>
            <a:custGeom>
              <a:avLst/>
              <a:gdLst/>
              <a:ahLst/>
              <a:cxnLst/>
              <a:rect l="l" t="t" r="r" b="b"/>
              <a:pathLst>
                <a:path w="1732915" h="1014603">
                  <a:moveTo>
                    <a:pt x="139827" y="0"/>
                  </a:moveTo>
                  <a:cubicBezTo>
                    <a:pt x="62865" y="0"/>
                    <a:pt x="0" y="62992"/>
                    <a:pt x="0" y="139954"/>
                  </a:cubicBezTo>
                  <a:lnTo>
                    <a:pt x="0" y="874649"/>
                  </a:lnTo>
                  <a:cubicBezTo>
                    <a:pt x="0" y="951611"/>
                    <a:pt x="62865" y="1014603"/>
                    <a:pt x="139954" y="1014603"/>
                  </a:cubicBezTo>
                  <a:lnTo>
                    <a:pt x="1592961" y="1014603"/>
                  </a:lnTo>
                  <a:cubicBezTo>
                    <a:pt x="1669923" y="1014603"/>
                    <a:pt x="1732915" y="951611"/>
                    <a:pt x="1732915" y="874649"/>
                  </a:cubicBezTo>
                  <a:lnTo>
                    <a:pt x="1732915" y="139954"/>
                  </a:lnTo>
                  <a:cubicBezTo>
                    <a:pt x="1732788" y="62992"/>
                    <a:pt x="1669796" y="0"/>
                    <a:pt x="1592961" y="0"/>
                  </a:cubicBezTo>
                  <a:close/>
                </a:path>
              </a:pathLst>
            </a:custGeom>
            <a:solidFill>
              <a:srgbClr val="C1B7D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Freeform 78"/>
          <p:cNvSpPr/>
          <p:nvPr/>
        </p:nvSpPr>
        <p:spPr>
          <a:xfrm>
            <a:off x="12232040" y="5934970"/>
            <a:ext cx="4035572" cy="1644362"/>
          </a:xfrm>
          <a:custGeom>
            <a:avLst/>
            <a:gdLst/>
            <a:ahLst/>
            <a:cxnLst/>
            <a:rect l="l" t="t" r="r" b="b"/>
            <a:pathLst>
              <a:path w="4035572" h="1644362">
                <a:moveTo>
                  <a:pt x="0" y="0"/>
                </a:moveTo>
                <a:lnTo>
                  <a:pt x="4035572" y="0"/>
                </a:lnTo>
                <a:lnTo>
                  <a:pt x="4035572" y="1644362"/>
                </a:lnTo>
                <a:lnTo>
                  <a:pt x="0" y="1644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9" name="Group 79"/>
          <p:cNvGrpSpPr/>
          <p:nvPr/>
        </p:nvGrpSpPr>
        <p:grpSpPr>
          <a:xfrm>
            <a:off x="12232040" y="6122128"/>
            <a:ext cx="253704" cy="26324"/>
            <a:chOff x="0" y="0"/>
            <a:chExt cx="338272" cy="35099"/>
          </a:xfrm>
        </p:grpSpPr>
        <p:sp>
          <p:nvSpPr>
            <p:cNvPr id="80" name="Freeform 80"/>
            <p:cNvSpPr/>
            <p:nvPr/>
          </p:nvSpPr>
          <p:spPr>
            <a:xfrm>
              <a:off x="127" y="0"/>
              <a:ext cx="338074" cy="34925"/>
            </a:xfrm>
            <a:custGeom>
              <a:avLst/>
              <a:gdLst/>
              <a:ahLst/>
              <a:cxnLst/>
              <a:rect l="l" t="t" r="r" b="b"/>
              <a:pathLst>
                <a:path w="338074" h="34925">
                  <a:moveTo>
                    <a:pt x="30226" y="127"/>
                  </a:moveTo>
                  <a:cubicBezTo>
                    <a:pt x="13970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669"/>
                    <a:pt x="13970" y="6985"/>
                    <a:pt x="30226" y="6985"/>
                  </a:cubicBezTo>
                  <a:lnTo>
                    <a:pt x="310134" y="6985"/>
                  </a:lnTo>
                  <a:cubicBezTo>
                    <a:pt x="326517" y="6985"/>
                    <a:pt x="338074" y="18669"/>
                    <a:pt x="338074" y="34925"/>
                  </a:cubicBezTo>
                  <a:lnTo>
                    <a:pt x="338074" y="30353"/>
                  </a:lnTo>
                  <a:cubicBezTo>
                    <a:pt x="338074" y="13970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232040" y="7343136"/>
            <a:ext cx="253704" cy="26272"/>
            <a:chOff x="0" y="0"/>
            <a:chExt cx="338272" cy="35029"/>
          </a:xfrm>
        </p:grpSpPr>
        <p:sp>
          <p:nvSpPr>
            <p:cNvPr id="82" name="Freeform 82"/>
            <p:cNvSpPr/>
            <p:nvPr/>
          </p:nvSpPr>
          <p:spPr>
            <a:xfrm>
              <a:off x="127" y="0"/>
              <a:ext cx="338074" cy="35052"/>
            </a:xfrm>
            <a:custGeom>
              <a:avLst/>
              <a:gdLst/>
              <a:ahLst/>
              <a:cxnLst/>
              <a:rect l="l" t="t" r="r" b="b"/>
              <a:pathLst>
                <a:path w="338074" h="35052">
                  <a:moveTo>
                    <a:pt x="30226" y="0"/>
                  </a:moveTo>
                  <a:cubicBezTo>
                    <a:pt x="13970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3970" y="4699"/>
                    <a:pt x="30226" y="4699"/>
                  </a:cubicBezTo>
                  <a:lnTo>
                    <a:pt x="310134" y="4699"/>
                  </a:lnTo>
                  <a:cubicBezTo>
                    <a:pt x="326517" y="4699"/>
                    <a:pt x="338074" y="18669"/>
                    <a:pt x="338074" y="35052"/>
                  </a:cubicBezTo>
                  <a:lnTo>
                    <a:pt x="338074" y="28067"/>
                  </a:lnTo>
                  <a:cubicBezTo>
                    <a:pt x="338074" y="11684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232040" y="7031750"/>
            <a:ext cx="253704" cy="26324"/>
            <a:chOff x="0" y="0"/>
            <a:chExt cx="338272" cy="35099"/>
          </a:xfrm>
        </p:grpSpPr>
        <p:sp>
          <p:nvSpPr>
            <p:cNvPr id="84" name="Freeform 84"/>
            <p:cNvSpPr/>
            <p:nvPr/>
          </p:nvSpPr>
          <p:spPr>
            <a:xfrm>
              <a:off x="127" y="127"/>
              <a:ext cx="338074" cy="34925"/>
            </a:xfrm>
            <a:custGeom>
              <a:avLst/>
              <a:gdLst/>
              <a:ahLst/>
              <a:cxnLst/>
              <a:rect l="l" t="t" r="r" b="b"/>
              <a:pathLst>
                <a:path w="338074" h="34925">
                  <a:moveTo>
                    <a:pt x="30226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3970" y="4572"/>
                    <a:pt x="30226" y="4572"/>
                  </a:cubicBezTo>
                  <a:lnTo>
                    <a:pt x="310134" y="4572"/>
                  </a:lnTo>
                  <a:cubicBezTo>
                    <a:pt x="326517" y="4572"/>
                    <a:pt x="338074" y="18669"/>
                    <a:pt x="338074" y="34925"/>
                  </a:cubicBezTo>
                  <a:lnTo>
                    <a:pt x="338074" y="27940"/>
                  </a:lnTo>
                  <a:cubicBezTo>
                    <a:pt x="338074" y="11684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2232040" y="6720414"/>
            <a:ext cx="253704" cy="26272"/>
            <a:chOff x="0" y="0"/>
            <a:chExt cx="338272" cy="35029"/>
          </a:xfrm>
        </p:grpSpPr>
        <p:sp>
          <p:nvSpPr>
            <p:cNvPr id="86" name="Freeform 86"/>
            <p:cNvSpPr/>
            <p:nvPr/>
          </p:nvSpPr>
          <p:spPr>
            <a:xfrm>
              <a:off x="127" y="0"/>
              <a:ext cx="338074" cy="34925"/>
            </a:xfrm>
            <a:custGeom>
              <a:avLst/>
              <a:gdLst/>
              <a:ahLst/>
              <a:cxnLst/>
              <a:rect l="l" t="t" r="r" b="b"/>
              <a:pathLst>
                <a:path w="338074" h="34925">
                  <a:moveTo>
                    <a:pt x="30226" y="0"/>
                  </a:moveTo>
                  <a:cubicBezTo>
                    <a:pt x="13970" y="0"/>
                    <a:pt x="0" y="11684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3970" y="4699"/>
                    <a:pt x="30226" y="4699"/>
                  </a:cubicBezTo>
                  <a:lnTo>
                    <a:pt x="310134" y="4699"/>
                  </a:lnTo>
                  <a:cubicBezTo>
                    <a:pt x="326517" y="4699"/>
                    <a:pt x="338074" y="18669"/>
                    <a:pt x="338074" y="34925"/>
                  </a:cubicBezTo>
                  <a:lnTo>
                    <a:pt x="338074" y="27940"/>
                  </a:lnTo>
                  <a:cubicBezTo>
                    <a:pt x="338074" y="11684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4639028" y="7031750"/>
            <a:ext cx="253652" cy="26324"/>
            <a:chOff x="0" y="0"/>
            <a:chExt cx="338203" cy="35099"/>
          </a:xfrm>
        </p:grpSpPr>
        <p:sp>
          <p:nvSpPr>
            <p:cNvPr id="88" name="Freeform 88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3970" y="4572"/>
                    <a:pt x="30353" y="4572"/>
                  </a:cubicBezTo>
                  <a:lnTo>
                    <a:pt x="310261" y="4572"/>
                  </a:lnTo>
                  <a:cubicBezTo>
                    <a:pt x="324231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4639028" y="6409026"/>
            <a:ext cx="253652" cy="26272"/>
            <a:chOff x="0" y="0"/>
            <a:chExt cx="338203" cy="35029"/>
          </a:xfrm>
        </p:grpSpPr>
        <p:sp>
          <p:nvSpPr>
            <p:cNvPr id="90" name="Freeform 90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3970" y="0"/>
                    <a:pt x="0" y="13970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3970" y="4572"/>
                    <a:pt x="30353" y="4572"/>
                  </a:cubicBezTo>
                  <a:lnTo>
                    <a:pt x="310261" y="4572"/>
                  </a:lnTo>
                  <a:cubicBezTo>
                    <a:pt x="324231" y="4572"/>
                    <a:pt x="338201" y="18542"/>
                    <a:pt x="338201" y="34925"/>
                  </a:cubicBezTo>
                  <a:lnTo>
                    <a:pt x="338201" y="27940"/>
                  </a:lnTo>
                  <a:cubicBezTo>
                    <a:pt x="338201" y="13970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4639028" y="6720414"/>
            <a:ext cx="253652" cy="24542"/>
            <a:chOff x="0" y="0"/>
            <a:chExt cx="338203" cy="32723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38201" cy="32639"/>
            </a:xfrm>
            <a:custGeom>
              <a:avLst/>
              <a:gdLst/>
              <a:ahLst/>
              <a:cxnLst/>
              <a:rect l="l" t="t" r="r" b="b"/>
              <a:pathLst>
                <a:path w="338201" h="32639">
                  <a:moveTo>
                    <a:pt x="30353" y="0"/>
                  </a:moveTo>
                  <a:cubicBezTo>
                    <a:pt x="13970" y="0"/>
                    <a:pt x="0" y="11684"/>
                    <a:pt x="0" y="27940"/>
                  </a:cubicBezTo>
                  <a:lnTo>
                    <a:pt x="0" y="32639"/>
                  </a:lnTo>
                  <a:cubicBezTo>
                    <a:pt x="0" y="18669"/>
                    <a:pt x="13970" y="4699"/>
                    <a:pt x="30353" y="4699"/>
                  </a:cubicBezTo>
                  <a:lnTo>
                    <a:pt x="310261" y="4699"/>
                  </a:lnTo>
                  <a:cubicBezTo>
                    <a:pt x="324231" y="4699"/>
                    <a:pt x="338201" y="18669"/>
                    <a:pt x="338201" y="32639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5671044" y="5934970"/>
            <a:ext cx="253704" cy="26324"/>
            <a:chOff x="0" y="0"/>
            <a:chExt cx="338272" cy="35099"/>
          </a:xfrm>
        </p:grpSpPr>
        <p:sp>
          <p:nvSpPr>
            <p:cNvPr id="94" name="Freeform 94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7940" y="0"/>
                  </a:moveTo>
                  <a:cubicBezTo>
                    <a:pt x="11557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1684" y="6985"/>
                    <a:pt x="27940" y="6985"/>
                  </a:cubicBezTo>
                  <a:lnTo>
                    <a:pt x="307848" y="6985"/>
                  </a:lnTo>
                  <a:cubicBezTo>
                    <a:pt x="324104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4639028" y="6122128"/>
            <a:ext cx="253652" cy="26324"/>
            <a:chOff x="0" y="0"/>
            <a:chExt cx="338203" cy="35099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30353" y="127"/>
                  </a:moveTo>
                  <a:cubicBezTo>
                    <a:pt x="13970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796"/>
                    <a:pt x="13970" y="7112"/>
                    <a:pt x="30353" y="7112"/>
                  </a:cubicBezTo>
                  <a:lnTo>
                    <a:pt x="310261" y="7112"/>
                  </a:lnTo>
                  <a:cubicBezTo>
                    <a:pt x="324231" y="7112"/>
                    <a:pt x="338201" y="18796"/>
                    <a:pt x="338201" y="35052"/>
                  </a:cubicBezTo>
                  <a:lnTo>
                    <a:pt x="338201" y="30353"/>
                  </a:lnTo>
                  <a:cubicBezTo>
                    <a:pt x="338201" y="13970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4639028" y="5934970"/>
            <a:ext cx="253652" cy="26324"/>
            <a:chOff x="0" y="0"/>
            <a:chExt cx="338203" cy="35099"/>
          </a:xfrm>
        </p:grpSpPr>
        <p:sp>
          <p:nvSpPr>
            <p:cNvPr id="98" name="Freeform 98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3970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3970" y="6985"/>
                    <a:pt x="30353" y="6985"/>
                  </a:cubicBezTo>
                  <a:lnTo>
                    <a:pt x="310261" y="6985"/>
                  </a:lnTo>
                  <a:cubicBezTo>
                    <a:pt x="324231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5671044" y="7343136"/>
            <a:ext cx="253704" cy="26272"/>
            <a:chOff x="0" y="0"/>
            <a:chExt cx="338272" cy="35029"/>
          </a:xfrm>
        </p:grpSpPr>
        <p:sp>
          <p:nvSpPr>
            <p:cNvPr id="100" name="Freeform 100"/>
            <p:cNvSpPr/>
            <p:nvPr/>
          </p:nvSpPr>
          <p:spPr>
            <a:xfrm>
              <a:off x="127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27940" y="0"/>
                  </a:moveTo>
                  <a:cubicBezTo>
                    <a:pt x="11557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1557" y="4699"/>
                    <a:pt x="27940" y="4699"/>
                  </a:cubicBezTo>
                  <a:lnTo>
                    <a:pt x="307848" y="4699"/>
                  </a:lnTo>
                  <a:cubicBezTo>
                    <a:pt x="324104" y="4699"/>
                    <a:pt x="338201" y="18669"/>
                    <a:pt x="338201" y="35052"/>
                  </a:cubicBezTo>
                  <a:lnTo>
                    <a:pt x="338201" y="28067"/>
                  </a:lnTo>
                  <a:cubicBezTo>
                    <a:pt x="338201" y="11684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5326462" y="5934970"/>
            <a:ext cx="253704" cy="26324"/>
            <a:chOff x="0" y="0"/>
            <a:chExt cx="338272" cy="35099"/>
          </a:xfrm>
        </p:grpSpPr>
        <p:sp>
          <p:nvSpPr>
            <p:cNvPr id="102" name="Freeform 102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4097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4097" y="6985"/>
                    <a:pt x="30353" y="6985"/>
                  </a:cubicBezTo>
                  <a:lnTo>
                    <a:pt x="310261" y="6985"/>
                  </a:lnTo>
                  <a:cubicBezTo>
                    <a:pt x="324231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5326462" y="6409026"/>
            <a:ext cx="253704" cy="26272"/>
            <a:chOff x="0" y="0"/>
            <a:chExt cx="338272" cy="35029"/>
          </a:xfrm>
        </p:grpSpPr>
        <p:sp>
          <p:nvSpPr>
            <p:cNvPr id="104" name="Freeform 104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4097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4097" y="4572"/>
                    <a:pt x="30353" y="4572"/>
                  </a:cubicBezTo>
                  <a:lnTo>
                    <a:pt x="310261" y="4572"/>
                  </a:lnTo>
                  <a:cubicBezTo>
                    <a:pt x="324231" y="4572"/>
                    <a:pt x="338201" y="18542"/>
                    <a:pt x="338201" y="34925"/>
                  </a:cubicBezTo>
                  <a:lnTo>
                    <a:pt x="338201" y="27940"/>
                  </a:lnTo>
                  <a:cubicBezTo>
                    <a:pt x="338201" y="11557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5326462" y="6122128"/>
            <a:ext cx="253704" cy="26324"/>
            <a:chOff x="0" y="0"/>
            <a:chExt cx="338272" cy="35099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30353" y="127"/>
                  </a:moveTo>
                  <a:cubicBezTo>
                    <a:pt x="14097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796"/>
                    <a:pt x="14097" y="7112"/>
                    <a:pt x="30353" y="7112"/>
                  </a:cubicBezTo>
                  <a:lnTo>
                    <a:pt x="310261" y="7112"/>
                  </a:lnTo>
                  <a:cubicBezTo>
                    <a:pt x="324231" y="7112"/>
                    <a:pt x="338201" y="18796"/>
                    <a:pt x="338201" y="35052"/>
                  </a:cubicBezTo>
                  <a:lnTo>
                    <a:pt x="338201" y="30353"/>
                  </a:lnTo>
                  <a:cubicBezTo>
                    <a:pt x="338201" y="13970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5326462" y="6720414"/>
            <a:ext cx="253704" cy="26272"/>
            <a:chOff x="0" y="0"/>
            <a:chExt cx="338272" cy="35029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4097" y="0"/>
                    <a:pt x="0" y="11684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4097" y="4699"/>
                    <a:pt x="30353" y="4699"/>
                  </a:cubicBezTo>
                  <a:lnTo>
                    <a:pt x="310261" y="4699"/>
                  </a:lnTo>
                  <a:cubicBezTo>
                    <a:pt x="324231" y="4699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5326462" y="7343136"/>
            <a:ext cx="253704" cy="26272"/>
            <a:chOff x="0" y="0"/>
            <a:chExt cx="338272" cy="35029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30353" y="0"/>
                  </a:moveTo>
                  <a:cubicBezTo>
                    <a:pt x="14097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4097" y="4699"/>
                    <a:pt x="30353" y="4699"/>
                  </a:cubicBezTo>
                  <a:lnTo>
                    <a:pt x="310261" y="4699"/>
                  </a:lnTo>
                  <a:cubicBezTo>
                    <a:pt x="324231" y="4699"/>
                    <a:pt x="338201" y="18669"/>
                    <a:pt x="338201" y="35052"/>
                  </a:cubicBezTo>
                  <a:lnTo>
                    <a:pt x="338201" y="28067"/>
                  </a:lnTo>
                  <a:cubicBezTo>
                    <a:pt x="338201" y="11684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5326462" y="7031750"/>
            <a:ext cx="253704" cy="26324"/>
            <a:chOff x="0" y="0"/>
            <a:chExt cx="338272" cy="35099"/>
          </a:xfrm>
        </p:grpSpPr>
        <p:sp>
          <p:nvSpPr>
            <p:cNvPr id="112" name="Freeform 112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353" y="0"/>
                  </a:moveTo>
                  <a:cubicBezTo>
                    <a:pt x="14097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4097" y="4572"/>
                    <a:pt x="30353" y="4572"/>
                  </a:cubicBezTo>
                  <a:lnTo>
                    <a:pt x="310261" y="4572"/>
                  </a:lnTo>
                  <a:cubicBezTo>
                    <a:pt x="324231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10261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6013894" y="5934970"/>
            <a:ext cx="253704" cy="26324"/>
            <a:chOff x="0" y="0"/>
            <a:chExt cx="338272" cy="35099"/>
          </a:xfrm>
        </p:grpSpPr>
        <p:sp>
          <p:nvSpPr>
            <p:cNvPr id="114" name="Freeform 114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3970" y="6985"/>
                    <a:pt x="30226" y="6985"/>
                  </a:cubicBezTo>
                  <a:lnTo>
                    <a:pt x="310134" y="6985"/>
                  </a:lnTo>
                  <a:cubicBezTo>
                    <a:pt x="326517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5671044" y="7031750"/>
            <a:ext cx="253704" cy="26324"/>
            <a:chOff x="0" y="0"/>
            <a:chExt cx="338272" cy="35099"/>
          </a:xfrm>
        </p:grpSpPr>
        <p:sp>
          <p:nvSpPr>
            <p:cNvPr id="116" name="Freeform 116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7940" y="0"/>
                  </a:moveTo>
                  <a:cubicBezTo>
                    <a:pt x="11557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1557" y="4572"/>
                    <a:pt x="27940" y="4572"/>
                  </a:cubicBezTo>
                  <a:lnTo>
                    <a:pt x="307848" y="4572"/>
                  </a:lnTo>
                  <a:cubicBezTo>
                    <a:pt x="324104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4983610" y="5934970"/>
            <a:ext cx="253704" cy="26324"/>
            <a:chOff x="0" y="0"/>
            <a:chExt cx="338272" cy="35099"/>
          </a:xfrm>
        </p:grpSpPr>
        <p:sp>
          <p:nvSpPr>
            <p:cNvPr id="118" name="Freeform 118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1684" y="0"/>
                    <a:pt x="0" y="13970"/>
                    <a:pt x="0" y="30226"/>
                  </a:cubicBezTo>
                  <a:lnTo>
                    <a:pt x="0" y="34925"/>
                  </a:lnTo>
                  <a:cubicBezTo>
                    <a:pt x="0" y="18669"/>
                    <a:pt x="11684" y="6985"/>
                    <a:pt x="28067" y="6985"/>
                  </a:cubicBezTo>
                  <a:lnTo>
                    <a:pt x="307975" y="6985"/>
                  </a:lnTo>
                  <a:cubicBezTo>
                    <a:pt x="324231" y="6985"/>
                    <a:pt x="338201" y="18669"/>
                    <a:pt x="338201" y="34925"/>
                  </a:cubicBezTo>
                  <a:lnTo>
                    <a:pt x="338201" y="30226"/>
                  </a:lnTo>
                  <a:cubicBezTo>
                    <a:pt x="338201" y="13970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5671044" y="6409026"/>
            <a:ext cx="596558" cy="26272"/>
            <a:chOff x="0" y="0"/>
            <a:chExt cx="795411" cy="35029"/>
          </a:xfrm>
        </p:grpSpPr>
        <p:sp>
          <p:nvSpPr>
            <p:cNvPr id="120" name="Freeform 120"/>
            <p:cNvSpPr/>
            <p:nvPr/>
          </p:nvSpPr>
          <p:spPr>
            <a:xfrm>
              <a:off x="127" y="127"/>
              <a:ext cx="795274" cy="34925"/>
            </a:xfrm>
            <a:custGeom>
              <a:avLst/>
              <a:gdLst/>
              <a:ahLst/>
              <a:cxnLst/>
              <a:rect l="l" t="t" r="r" b="b"/>
              <a:pathLst>
                <a:path w="795274" h="34925">
                  <a:moveTo>
                    <a:pt x="27940" y="0"/>
                  </a:moveTo>
                  <a:cubicBezTo>
                    <a:pt x="11557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1557" y="4572"/>
                    <a:pt x="27940" y="4572"/>
                  </a:cubicBezTo>
                  <a:lnTo>
                    <a:pt x="767207" y="4572"/>
                  </a:lnTo>
                  <a:cubicBezTo>
                    <a:pt x="783590" y="4572"/>
                    <a:pt x="795274" y="18542"/>
                    <a:pt x="795274" y="34925"/>
                  </a:cubicBezTo>
                  <a:lnTo>
                    <a:pt x="795274" y="27940"/>
                  </a:lnTo>
                  <a:cubicBezTo>
                    <a:pt x="795274" y="11557"/>
                    <a:pt x="783590" y="0"/>
                    <a:pt x="767207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5671044" y="6122128"/>
            <a:ext cx="596558" cy="26324"/>
            <a:chOff x="0" y="0"/>
            <a:chExt cx="795411" cy="35099"/>
          </a:xfrm>
        </p:grpSpPr>
        <p:sp>
          <p:nvSpPr>
            <p:cNvPr id="122" name="Freeform 122"/>
            <p:cNvSpPr/>
            <p:nvPr/>
          </p:nvSpPr>
          <p:spPr>
            <a:xfrm>
              <a:off x="127" y="0"/>
              <a:ext cx="795274" cy="34925"/>
            </a:xfrm>
            <a:custGeom>
              <a:avLst/>
              <a:gdLst/>
              <a:ahLst/>
              <a:cxnLst/>
              <a:rect l="l" t="t" r="r" b="b"/>
              <a:pathLst>
                <a:path w="795274" h="34925">
                  <a:moveTo>
                    <a:pt x="27940" y="127"/>
                  </a:moveTo>
                  <a:cubicBezTo>
                    <a:pt x="11557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669"/>
                    <a:pt x="11684" y="6985"/>
                    <a:pt x="27940" y="6985"/>
                  </a:cubicBezTo>
                  <a:lnTo>
                    <a:pt x="767207" y="6985"/>
                  </a:lnTo>
                  <a:cubicBezTo>
                    <a:pt x="783590" y="6985"/>
                    <a:pt x="795274" y="18669"/>
                    <a:pt x="795274" y="34925"/>
                  </a:cubicBezTo>
                  <a:lnTo>
                    <a:pt x="795274" y="30353"/>
                  </a:lnTo>
                  <a:cubicBezTo>
                    <a:pt x="795274" y="13970"/>
                    <a:pt x="783590" y="0"/>
                    <a:pt x="767207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16013894" y="7031750"/>
            <a:ext cx="253704" cy="26324"/>
            <a:chOff x="0" y="0"/>
            <a:chExt cx="338272" cy="35099"/>
          </a:xfrm>
        </p:grpSpPr>
        <p:sp>
          <p:nvSpPr>
            <p:cNvPr id="124" name="Freeform 124"/>
            <p:cNvSpPr/>
            <p:nvPr/>
          </p:nvSpPr>
          <p:spPr>
            <a:xfrm>
              <a:off x="127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30226" y="0"/>
                  </a:moveTo>
                  <a:cubicBezTo>
                    <a:pt x="13970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3970" y="4572"/>
                    <a:pt x="30226" y="4572"/>
                  </a:cubicBezTo>
                  <a:lnTo>
                    <a:pt x="310134" y="4572"/>
                  </a:lnTo>
                  <a:cubicBezTo>
                    <a:pt x="326517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5671044" y="6720414"/>
            <a:ext cx="253704" cy="26272"/>
            <a:chOff x="0" y="0"/>
            <a:chExt cx="338272" cy="35029"/>
          </a:xfrm>
        </p:grpSpPr>
        <p:sp>
          <p:nvSpPr>
            <p:cNvPr id="126" name="Freeform 126"/>
            <p:cNvSpPr/>
            <p:nvPr/>
          </p:nvSpPr>
          <p:spPr>
            <a:xfrm>
              <a:off x="127" y="0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7940" y="0"/>
                  </a:moveTo>
                  <a:cubicBezTo>
                    <a:pt x="11557" y="0"/>
                    <a:pt x="0" y="11684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1557" y="4699"/>
                    <a:pt x="27940" y="4699"/>
                  </a:cubicBezTo>
                  <a:lnTo>
                    <a:pt x="307848" y="4699"/>
                  </a:lnTo>
                  <a:cubicBezTo>
                    <a:pt x="324104" y="4699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104" y="0"/>
                    <a:pt x="307848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6013894" y="7343136"/>
            <a:ext cx="253704" cy="26272"/>
            <a:chOff x="0" y="0"/>
            <a:chExt cx="338272" cy="35029"/>
          </a:xfrm>
        </p:grpSpPr>
        <p:sp>
          <p:nvSpPr>
            <p:cNvPr id="128" name="Freeform 128"/>
            <p:cNvSpPr/>
            <p:nvPr/>
          </p:nvSpPr>
          <p:spPr>
            <a:xfrm>
              <a:off x="127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30226" y="0"/>
                  </a:moveTo>
                  <a:cubicBezTo>
                    <a:pt x="13970" y="0"/>
                    <a:pt x="0" y="11684"/>
                    <a:pt x="0" y="28067"/>
                  </a:cubicBezTo>
                  <a:lnTo>
                    <a:pt x="0" y="35052"/>
                  </a:lnTo>
                  <a:cubicBezTo>
                    <a:pt x="0" y="18669"/>
                    <a:pt x="13970" y="4699"/>
                    <a:pt x="30226" y="4699"/>
                  </a:cubicBezTo>
                  <a:lnTo>
                    <a:pt x="310134" y="4699"/>
                  </a:lnTo>
                  <a:cubicBezTo>
                    <a:pt x="326517" y="4699"/>
                    <a:pt x="338201" y="18669"/>
                    <a:pt x="338201" y="35052"/>
                  </a:cubicBezTo>
                  <a:lnTo>
                    <a:pt x="338201" y="28067"/>
                  </a:lnTo>
                  <a:cubicBezTo>
                    <a:pt x="338201" y="11684"/>
                    <a:pt x="326517" y="0"/>
                    <a:pt x="310134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4983610" y="6720414"/>
            <a:ext cx="253704" cy="26272"/>
            <a:chOff x="0" y="0"/>
            <a:chExt cx="338272" cy="35029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1684" y="0"/>
                    <a:pt x="0" y="11684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1684" y="4699"/>
                    <a:pt x="28067" y="4699"/>
                  </a:cubicBezTo>
                  <a:lnTo>
                    <a:pt x="307975" y="4699"/>
                  </a:lnTo>
                  <a:cubicBezTo>
                    <a:pt x="324231" y="4699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4983610" y="7031750"/>
            <a:ext cx="253704" cy="26324"/>
            <a:chOff x="0" y="0"/>
            <a:chExt cx="338272" cy="35099"/>
          </a:xfrm>
        </p:grpSpPr>
        <p:sp>
          <p:nvSpPr>
            <p:cNvPr id="132" name="Freeform 132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1684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669"/>
                    <a:pt x="11684" y="4572"/>
                    <a:pt x="28067" y="4572"/>
                  </a:cubicBezTo>
                  <a:lnTo>
                    <a:pt x="307975" y="4572"/>
                  </a:lnTo>
                  <a:cubicBezTo>
                    <a:pt x="324231" y="4572"/>
                    <a:pt x="338201" y="18669"/>
                    <a:pt x="338201" y="34925"/>
                  </a:cubicBezTo>
                  <a:lnTo>
                    <a:pt x="338201" y="27940"/>
                  </a:lnTo>
                  <a:cubicBezTo>
                    <a:pt x="338201" y="11684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4983610" y="6122128"/>
            <a:ext cx="253704" cy="26324"/>
            <a:chOff x="0" y="0"/>
            <a:chExt cx="338272" cy="35099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38201" cy="35052"/>
            </a:xfrm>
            <a:custGeom>
              <a:avLst/>
              <a:gdLst/>
              <a:ahLst/>
              <a:cxnLst/>
              <a:rect l="l" t="t" r="r" b="b"/>
              <a:pathLst>
                <a:path w="338201" h="35052">
                  <a:moveTo>
                    <a:pt x="28067" y="127"/>
                  </a:moveTo>
                  <a:cubicBezTo>
                    <a:pt x="11684" y="127"/>
                    <a:pt x="0" y="14097"/>
                    <a:pt x="0" y="30353"/>
                  </a:cubicBezTo>
                  <a:lnTo>
                    <a:pt x="0" y="34925"/>
                  </a:lnTo>
                  <a:cubicBezTo>
                    <a:pt x="0" y="18796"/>
                    <a:pt x="11684" y="7112"/>
                    <a:pt x="28067" y="7112"/>
                  </a:cubicBezTo>
                  <a:lnTo>
                    <a:pt x="307975" y="7112"/>
                  </a:lnTo>
                  <a:cubicBezTo>
                    <a:pt x="324231" y="7112"/>
                    <a:pt x="338201" y="18796"/>
                    <a:pt x="338201" y="35052"/>
                  </a:cubicBezTo>
                  <a:lnTo>
                    <a:pt x="338201" y="30353"/>
                  </a:lnTo>
                  <a:cubicBezTo>
                    <a:pt x="338201" y="13970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4983610" y="6409026"/>
            <a:ext cx="253704" cy="26272"/>
            <a:chOff x="0" y="0"/>
            <a:chExt cx="338272" cy="35029"/>
          </a:xfrm>
        </p:grpSpPr>
        <p:sp>
          <p:nvSpPr>
            <p:cNvPr id="136" name="Freeform 136"/>
            <p:cNvSpPr/>
            <p:nvPr/>
          </p:nvSpPr>
          <p:spPr>
            <a:xfrm>
              <a:off x="0" y="127"/>
              <a:ext cx="338201" cy="34925"/>
            </a:xfrm>
            <a:custGeom>
              <a:avLst/>
              <a:gdLst/>
              <a:ahLst/>
              <a:cxnLst/>
              <a:rect l="l" t="t" r="r" b="b"/>
              <a:pathLst>
                <a:path w="338201" h="34925">
                  <a:moveTo>
                    <a:pt x="28067" y="0"/>
                  </a:moveTo>
                  <a:cubicBezTo>
                    <a:pt x="11684" y="0"/>
                    <a:pt x="0" y="11557"/>
                    <a:pt x="0" y="27940"/>
                  </a:cubicBezTo>
                  <a:lnTo>
                    <a:pt x="0" y="34925"/>
                  </a:lnTo>
                  <a:cubicBezTo>
                    <a:pt x="0" y="18542"/>
                    <a:pt x="11684" y="4572"/>
                    <a:pt x="28067" y="4572"/>
                  </a:cubicBezTo>
                  <a:lnTo>
                    <a:pt x="307975" y="4572"/>
                  </a:lnTo>
                  <a:cubicBezTo>
                    <a:pt x="324231" y="4572"/>
                    <a:pt x="338201" y="18542"/>
                    <a:pt x="338201" y="34925"/>
                  </a:cubicBezTo>
                  <a:lnTo>
                    <a:pt x="338201" y="27940"/>
                  </a:lnTo>
                  <a:cubicBezTo>
                    <a:pt x="338201" y="11557"/>
                    <a:pt x="324231" y="0"/>
                    <a:pt x="307975" y="0"/>
                  </a:cubicBezTo>
                  <a:close/>
                </a:path>
              </a:pathLst>
            </a:custGeom>
            <a:solidFill>
              <a:srgbClr val="00328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6325282" y="5544922"/>
            <a:ext cx="223972" cy="229162"/>
            <a:chOff x="0" y="0"/>
            <a:chExt cx="298629" cy="305549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298577" cy="305562"/>
            </a:xfrm>
            <a:custGeom>
              <a:avLst/>
              <a:gdLst/>
              <a:ahLst/>
              <a:cxnLst/>
              <a:rect l="l" t="t" r="r" b="b"/>
              <a:pathLst>
                <a:path w="298577" h="305562">
                  <a:moveTo>
                    <a:pt x="149225" y="0"/>
                  </a:moveTo>
                  <a:cubicBezTo>
                    <a:pt x="67691" y="0"/>
                    <a:pt x="0" y="67564"/>
                    <a:pt x="0" y="151638"/>
                  </a:cubicBezTo>
                  <a:cubicBezTo>
                    <a:pt x="0" y="237998"/>
                    <a:pt x="67691" y="305562"/>
                    <a:pt x="149225" y="305562"/>
                  </a:cubicBezTo>
                  <a:cubicBezTo>
                    <a:pt x="233172" y="305562"/>
                    <a:pt x="298450" y="237998"/>
                    <a:pt x="298450" y="151638"/>
                  </a:cubicBezTo>
                  <a:cubicBezTo>
                    <a:pt x="298577" y="67564"/>
                    <a:pt x="233299" y="0"/>
                    <a:pt x="149225" y="0"/>
                  </a:cubicBezTo>
                  <a:close/>
                </a:path>
              </a:pathLst>
            </a:custGeom>
            <a:solidFill>
              <a:srgbClr val="E0F3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6325282" y="5544922"/>
            <a:ext cx="223972" cy="223918"/>
            <a:chOff x="0" y="0"/>
            <a:chExt cx="298629" cy="298557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298577" cy="298450"/>
            </a:xfrm>
            <a:custGeom>
              <a:avLst/>
              <a:gdLst/>
              <a:ahLst/>
              <a:cxnLst/>
              <a:rect l="l" t="t" r="r" b="b"/>
              <a:pathLst>
                <a:path w="298577" h="298450">
                  <a:moveTo>
                    <a:pt x="149225" y="0"/>
                  </a:moveTo>
                  <a:cubicBezTo>
                    <a:pt x="67691" y="0"/>
                    <a:pt x="0" y="65278"/>
                    <a:pt x="0" y="149225"/>
                  </a:cubicBezTo>
                  <a:cubicBezTo>
                    <a:pt x="0" y="230759"/>
                    <a:pt x="67691" y="298450"/>
                    <a:pt x="149225" y="298450"/>
                  </a:cubicBezTo>
                  <a:cubicBezTo>
                    <a:pt x="233172" y="298450"/>
                    <a:pt x="298450" y="230759"/>
                    <a:pt x="298450" y="149225"/>
                  </a:cubicBezTo>
                  <a:cubicBezTo>
                    <a:pt x="298577" y="65278"/>
                    <a:pt x="233299" y="0"/>
                    <a:pt x="149225" y="0"/>
                  </a:cubicBezTo>
                  <a:close/>
                </a:path>
              </a:pathLst>
            </a:custGeom>
            <a:solidFill>
              <a:srgbClr val="B6BA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6346258" y="5564168"/>
            <a:ext cx="183750" cy="185428"/>
            <a:chOff x="0" y="0"/>
            <a:chExt cx="245000" cy="247237"/>
          </a:xfrm>
        </p:grpSpPr>
        <p:sp>
          <p:nvSpPr>
            <p:cNvPr id="142" name="Freeform 142"/>
            <p:cNvSpPr/>
            <p:nvPr/>
          </p:nvSpPr>
          <p:spPr>
            <a:xfrm>
              <a:off x="127" y="0"/>
              <a:ext cx="244856" cy="247142"/>
            </a:xfrm>
            <a:custGeom>
              <a:avLst/>
              <a:gdLst/>
              <a:ahLst/>
              <a:cxnLst/>
              <a:rect l="l" t="t" r="r" b="b"/>
              <a:pathLst>
                <a:path w="244856" h="247142">
                  <a:moveTo>
                    <a:pt x="121158" y="0"/>
                  </a:moveTo>
                  <a:cubicBezTo>
                    <a:pt x="53594" y="0"/>
                    <a:pt x="0" y="56007"/>
                    <a:pt x="0" y="123571"/>
                  </a:cubicBezTo>
                  <a:cubicBezTo>
                    <a:pt x="0" y="191135"/>
                    <a:pt x="53594" y="247142"/>
                    <a:pt x="121285" y="247142"/>
                  </a:cubicBezTo>
                  <a:cubicBezTo>
                    <a:pt x="188976" y="247142"/>
                    <a:pt x="244856" y="191135"/>
                    <a:pt x="244856" y="123571"/>
                  </a:cubicBezTo>
                  <a:cubicBezTo>
                    <a:pt x="244856" y="56007"/>
                    <a:pt x="188849" y="0"/>
                    <a:pt x="121158" y="0"/>
                  </a:cubicBezTo>
                  <a:close/>
                </a:path>
              </a:pathLst>
            </a:custGeom>
            <a:solidFill>
              <a:srgbClr val="D0D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6346258" y="5655098"/>
            <a:ext cx="183750" cy="94496"/>
            <a:chOff x="0" y="0"/>
            <a:chExt cx="245000" cy="125995"/>
          </a:xfrm>
        </p:grpSpPr>
        <p:sp>
          <p:nvSpPr>
            <p:cNvPr id="144" name="Freeform 144"/>
            <p:cNvSpPr/>
            <p:nvPr/>
          </p:nvSpPr>
          <p:spPr>
            <a:xfrm>
              <a:off x="127" y="127"/>
              <a:ext cx="244856" cy="125857"/>
            </a:xfrm>
            <a:custGeom>
              <a:avLst/>
              <a:gdLst/>
              <a:ahLst/>
              <a:cxnLst/>
              <a:rect l="l" t="t" r="r" b="b"/>
              <a:pathLst>
                <a:path w="244856" h="125857">
                  <a:moveTo>
                    <a:pt x="0" y="0"/>
                  </a:moveTo>
                  <a:cubicBezTo>
                    <a:pt x="0" y="0"/>
                    <a:pt x="0" y="2286"/>
                    <a:pt x="0" y="2286"/>
                  </a:cubicBezTo>
                  <a:cubicBezTo>
                    <a:pt x="0" y="69850"/>
                    <a:pt x="53594" y="125857"/>
                    <a:pt x="121285" y="125857"/>
                  </a:cubicBezTo>
                  <a:cubicBezTo>
                    <a:pt x="188976" y="125857"/>
                    <a:pt x="244856" y="69850"/>
                    <a:pt x="244856" y="2286"/>
                  </a:cubicBezTo>
                  <a:cubicBezTo>
                    <a:pt x="244856" y="2286"/>
                    <a:pt x="244856" y="2286"/>
                    <a:pt x="244856" y="0"/>
                  </a:cubicBezTo>
                  <a:cubicBezTo>
                    <a:pt x="244856" y="67564"/>
                    <a:pt x="188976" y="121285"/>
                    <a:pt x="121285" y="121285"/>
                  </a:cubicBezTo>
                  <a:cubicBezTo>
                    <a:pt x="53594" y="121285"/>
                    <a:pt x="0" y="67564"/>
                    <a:pt x="0" y="0"/>
                  </a:cubicBezTo>
                  <a:close/>
                </a:path>
              </a:pathLst>
            </a:custGeom>
            <a:solidFill>
              <a:srgbClr val="E0F3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1292294" y="5403342"/>
            <a:ext cx="137832" cy="63150"/>
            <a:chOff x="0" y="0"/>
            <a:chExt cx="183776" cy="84200"/>
          </a:xfrm>
        </p:grpSpPr>
        <p:sp>
          <p:nvSpPr>
            <p:cNvPr id="146" name="Freeform 146"/>
            <p:cNvSpPr/>
            <p:nvPr/>
          </p:nvSpPr>
          <p:spPr>
            <a:xfrm>
              <a:off x="127" y="127"/>
              <a:ext cx="183642" cy="84074"/>
            </a:xfrm>
            <a:custGeom>
              <a:avLst/>
              <a:gdLst/>
              <a:ahLst/>
              <a:cxnLst/>
              <a:rect l="l" t="t" r="r" b="b"/>
              <a:pathLst>
                <a:path w="183642" h="84074">
                  <a:moveTo>
                    <a:pt x="10033" y="73025"/>
                  </a:moveTo>
                  <a:cubicBezTo>
                    <a:pt x="10541" y="76581"/>
                    <a:pt x="11430" y="80391"/>
                    <a:pt x="12573" y="84074"/>
                  </a:cubicBezTo>
                  <a:cubicBezTo>
                    <a:pt x="12573" y="81280"/>
                    <a:pt x="12573" y="81280"/>
                    <a:pt x="12573" y="81280"/>
                  </a:cubicBezTo>
                  <a:cubicBezTo>
                    <a:pt x="11557" y="78486"/>
                    <a:pt x="10668" y="75692"/>
                    <a:pt x="10033" y="73025"/>
                  </a:cubicBezTo>
                  <a:close/>
                  <a:moveTo>
                    <a:pt x="72390" y="0"/>
                  </a:moveTo>
                  <a:cubicBezTo>
                    <a:pt x="26670" y="0"/>
                    <a:pt x="0" y="33147"/>
                    <a:pt x="10033" y="73025"/>
                  </a:cubicBezTo>
                  <a:cubicBezTo>
                    <a:pt x="3810" y="34798"/>
                    <a:pt x="30226" y="5334"/>
                    <a:pt x="72390" y="5334"/>
                  </a:cubicBezTo>
                  <a:cubicBezTo>
                    <a:pt x="121158" y="5334"/>
                    <a:pt x="170053" y="40640"/>
                    <a:pt x="183642" y="84074"/>
                  </a:cubicBezTo>
                  <a:cubicBezTo>
                    <a:pt x="183642" y="81280"/>
                    <a:pt x="183642" y="81280"/>
                    <a:pt x="183642" y="81280"/>
                  </a:cubicBezTo>
                  <a:cubicBezTo>
                    <a:pt x="169926" y="37973"/>
                    <a:pt x="118491" y="0"/>
                    <a:pt x="72390" y="0"/>
                  </a:cubicBezTo>
                  <a:close/>
                </a:path>
              </a:pathLst>
            </a:custGeom>
            <a:solidFill>
              <a:srgbClr val="FFFF4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11528410" y="5403342"/>
            <a:ext cx="137772" cy="63150"/>
            <a:chOff x="0" y="0"/>
            <a:chExt cx="183696" cy="84200"/>
          </a:xfrm>
        </p:grpSpPr>
        <p:sp>
          <p:nvSpPr>
            <p:cNvPr id="148" name="Freeform 148"/>
            <p:cNvSpPr/>
            <p:nvPr/>
          </p:nvSpPr>
          <p:spPr>
            <a:xfrm>
              <a:off x="0" y="127"/>
              <a:ext cx="183642" cy="84074"/>
            </a:xfrm>
            <a:custGeom>
              <a:avLst/>
              <a:gdLst/>
              <a:ahLst/>
              <a:cxnLst/>
              <a:rect l="l" t="t" r="r" b="b"/>
              <a:pathLst>
                <a:path w="183642" h="84074">
                  <a:moveTo>
                    <a:pt x="10033" y="73025"/>
                  </a:moveTo>
                  <a:cubicBezTo>
                    <a:pt x="10541" y="76581"/>
                    <a:pt x="11557" y="80391"/>
                    <a:pt x="12573" y="84074"/>
                  </a:cubicBezTo>
                  <a:cubicBezTo>
                    <a:pt x="12573" y="81280"/>
                    <a:pt x="12573" y="81280"/>
                    <a:pt x="12573" y="81280"/>
                  </a:cubicBezTo>
                  <a:cubicBezTo>
                    <a:pt x="11557" y="78486"/>
                    <a:pt x="10668" y="75692"/>
                    <a:pt x="10033" y="73025"/>
                  </a:cubicBezTo>
                  <a:close/>
                  <a:moveTo>
                    <a:pt x="72390" y="0"/>
                  </a:moveTo>
                  <a:cubicBezTo>
                    <a:pt x="26670" y="0"/>
                    <a:pt x="0" y="33147"/>
                    <a:pt x="10033" y="73025"/>
                  </a:cubicBezTo>
                  <a:cubicBezTo>
                    <a:pt x="3937" y="34798"/>
                    <a:pt x="30226" y="5334"/>
                    <a:pt x="72390" y="5334"/>
                  </a:cubicBezTo>
                  <a:cubicBezTo>
                    <a:pt x="121158" y="5334"/>
                    <a:pt x="170053" y="40640"/>
                    <a:pt x="183642" y="84074"/>
                  </a:cubicBezTo>
                  <a:cubicBezTo>
                    <a:pt x="183642" y="81280"/>
                    <a:pt x="183642" y="81280"/>
                    <a:pt x="183642" y="81280"/>
                  </a:cubicBezTo>
                  <a:cubicBezTo>
                    <a:pt x="170053" y="37973"/>
                    <a:pt x="118491" y="0"/>
                    <a:pt x="72390" y="0"/>
                  </a:cubicBezTo>
                  <a:close/>
                </a:path>
              </a:pathLst>
            </a:custGeom>
            <a:solidFill>
              <a:srgbClr val="FF528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1764464" y="5403342"/>
            <a:ext cx="137832" cy="63150"/>
            <a:chOff x="0" y="0"/>
            <a:chExt cx="183776" cy="84200"/>
          </a:xfrm>
        </p:grpSpPr>
        <p:sp>
          <p:nvSpPr>
            <p:cNvPr id="150" name="Freeform 150"/>
            <p:cNvSpPr/>
            <p:nvPr/>
          </p:nvSpPr>
          <p:spPr>
            <a:xfrm>
              <a:off x="127" y="127"/>
              <a:ext cx="183515" cy="84074"/>
            </a:xfrm>
            <a:custGeom>
              <a:avLst/>
              <a:gdLst/>
              <a:ahLst/>
              <a:cxnLst/>
              <a:rect l="l" t="t" r="r" b="b"/>
              <a:pathLst>
                <a:path w="183515" h="84074">
                  <a:moveTo>
                    <a:pt x="9906" y="73025"/>
                  </a:moveTo>
                  <a:cubicBezTo>
                    <a:pt x="10414" y="76581"/>
                    <a:pt x="11430" y="80391"/>
                    <a:pt x="12573" y="84074"/>
                  </a:cubicBezTo>
                  <a:cubicBezTo>
                    <a:pt x="12573" y="81280"/>
                    <a:pt x="12573" y="81280"/>
                    <a:pt x="12573" y="81280"/>
                  </a:cubicBezTo>
                  <a:cubicBezTo>
                    <a:pt x="11557" y="78486"/>
                    <a:pt x="10668" y="75692"/>
                    <a:pt x="9906" y="73025"/>
                  </a:cubicBezTo>
                  <a:close/>
                  <a:moveTo>
                    <a:pt x="72263" y="0"/>
                  </a:moveTo>
                  <a:cubicBezTo>
                    <a:pt x="26670" y="0"/>
                    <a:pt x="0" y="33147"/>
                    <a:pt x="9906" y="73025"/>
                  </a:cubicBezTo>
                  <a:cubicBezTo>
                    <a:pt x="3810" y="34798"/>
                    <a:pt x="30099" y="5334"/>
                    <a:pt x="72263" y="5334"/>
                  </a:cubicBezTo>
                  <a:cubicBezTo>
                    <a:pt x="121158" y="5334"/>
                    <a:pt x="169926" y="40640"/>
                    <a:pt x="183515" y="84074"/>
                  </a:cubicBezTo>
                  <a:cubicBezTo>
                    <a:pt x="183515" y="81280"/>
                    <a:pt x="183515" y="81280"/>
                    <a:pt x="183515" y="81280"/>
                  </a:cubicBezTo>
                  <a:cubicBezTo>
                    <a:pt x="169926" y="37973"/>
                    <a:pt x="121158" y="0"/>
                    <a:pt x="72263" y="0"/>
                  </a:cubicBezTo>
                  <a:close/>
                </a:path>
              </a:pathLst>
            </a:custGeom>
            <a:solidFill>
              <a:srgbClr val="45FFC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14317152" y="4654546"/>
            <a:ext cx="52" cy="104984"/>
            <a:chOff x="0" y="0"/>
            <a:chExt cx="69" cy="139979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0" cy="139954"/>
            </a:xfrm>
            <a:custGeom>
              <a:avLst/>
              <a:gdLst/>
              <a:ahLst/>
              <a:cxnLst/>
              <a:rect l="l" t="t" r="r" b="b"/>
              <a:pathLst>
                <a:path h="139954">
                  <a:moveTo>
                    <a:pt x="0" y="139954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15615090" y="4669090"/>
            <a:ext cx="215214" cy="64816"/>
            <a:chOff x="0" y="0"/>
            <a:chExt cx="286952" cy="86421"/>
          </a:xfrm>
        </p:grpSpPr>
        <p:sp>
          <p:nvSpPr>
            <p:cNvPr id="154" name="Freeform 154"/>
            <p:cNvSpPr/>
            <p:nvPr/>
          </p:nvSpPr>
          <p:spPr>
            <a:xfrm>
              <a:off x="0" y="127"/>
              <a:ext cx="286766" cy="86233"/>
            </a:xfrm>
            <a:custGeom>
              <a:avLst/>
              <a:gdLst/>
              <a:ahLst/>
              <a:cxnLst/>
              <a:rect l="l" t="t" r="r" b="b"/>
              <a:pathLst>
                <a:path w="286766" h="86233">
                  <a:moveTo>
                    <a:pt x="44323" y="0"/>
                  </a:moveTo>
                  <a:cubicBezTo>
                    <a:pt x="21082" y="0"/>
                    <a:pt x="0" y="18669"/>
                    <a:pt x="0" y="41910"/>
                  </a:cubicBezTo>
                  <a:cubicBezTo>
                    <a:pt x="0" y="67564"/>
                    <a:pt x="21082" y="86233"/>
                    <a:pt x="44323" y="86233"/>
                  </a:cubicBezTo>
                  <a:lnTo>
                    <a:pt x="242570" y="86233"/>
                  </a:lnTo>
                  <a:cubicBezTo>
                    <a:pt x="265811" y="86233"/>
                    <a:pt x="286766" y="67564"/>
                    <a:pt x="286766" y="41910"/>
                  </a:cubicBezTo>
                  <a:cubicBezTo>
                    <a:pt x="286766" y="18669"/>
                    <a:pt x="265811" y="0"/>
                    <a:pt x="242570" y="0"/>
                  </a:cubicBezTo>
                  <a:close/>
                </a:path>
              </a:pathLst>
            </a:custGeom>
            <a:solidFill>
              <a:srgbClr val="FF3ED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5870472" y="4669090"/>
            <a:ext cx="215214" cy="64816"/>
            <a:chOff x="0" y="0"/>
            <a:chExt cx="286952" cy="86421"/>
          </a:xfrm>
        </p:grpSpPr>
        <p:sp>
          <p:nvSpPr>
            <p:cNvPr id="156" name="Freeform 156"/>
            <p:cNvSpPr/>
            <p:nvPr/>
          </p:nvSpPr>
          <p:spPr>
            <a:xfrm>
              <a:off x="127" y="127"/>
              <a:ext cx="286639" cy="86233"/>
            </a:xfrm>
            <a:custGeom>
              <a:avLst/>
              <a:gdLst/>
              <a:ahLst/>
              <a:cxnLst/>
              <a:rect l="l" t="t" r="r" b="b"/>
              <a:pathLst>
                <a:path w="286639" h="86233">
                  <a:moveTo>
                    <a:pt x="44196" y="0"/>
                  </a:moveTo>
                  <a:cubicBezTo>
                    <a:pt x="20955" y="0"/>
                    <a:pt x="0" y="18669"/>
                    <a:pt x="0" y="41910"/>
                  </a:cubicBezTo>
                  <a:cubicBezTo>
                    <a:pt x="0" y="67564"/>
                    <a:pt x="20955" y="86233"/>
                    <a:pt x="44196" y="86233"/>
                  </a:cubicBezTo>
                  <a:lnTo>
                    <a:pt x="242443" y="86233"/>
                  </a:lnTo>
                  <a:cubicBezTo>
                    <a:pt x="265684" y="86233"/>
                    <a:pt x="286639" y="67564"/>
                    <a:pt x="286639" y="41910"/>
                  </a:cubicBezTo>
                  <a:cubicBezTo>
                    <a:pt x="286639" y="18669"/>
                    <a:pt x="265684" y="0"/>
                    <a:pt x="242443" y="0"/>
                  </a:cubicBezTo>
                  <a:close/>
                </a:path>
              </a:pathLst>
            </a:custGeom>
            <a:solidFill>
              <a:srgbClr val="FF3ED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15293214" y="5046920"/>
            <a:ext cx="1394222" cy="64816"/>
            <a:chOff x="0" y="0"/>
            <a:chExt cx="1858963" cy="86421"/>
          </a:xfrm>
        </p:grpSpPr>
        <p:sp>
          <p:nvSpPr>
            <p:cNvPr id="158" name="Freeform 158"/>
            <p:cNvSpPr/>
            <p:nvPr/>
          </p:nvSpPr>
          <p:spPr>
            <a:xfrm>
              <a:off x="127" y="127"/>
              <a:ext cx="1858645" cy="86233"/>
            </a:xfrm>
            <a:custGeom>
              <a:avLst/>
              <a:gdLst/>
              <a:ahLst/>
              <a:cxnLst/>
              <a:rect l="l" t="t" r="r" b="b"/>
              <a:pathLst>
                <a:path w="1858645" h="86233">
                  <a:moveTo>
                    <a:pt x="44196" y="0"/>
                  </a:moveTo>
                  <a:cubicBezTo>
                    <a:pt x="20955" y="0"/>
                    <a:pt x="0" y="18669"/>
                    <a:pt x="0" y="41910"/>
                  </a:cubicBezTo>
                  <a:cubicBezTo>
                    <a:pt x="0" y="67564"/>
                    <a:pt x="20955" y="86233"/>
                    <a:pt x="44196" y="86233"/>
                  </a:cubicBezTo>
                  <a:lnTo>
                    <a:pt x="1814449" y="86233"/>
                  </a:lnTo>
                  <a:cubicBezTo>
                    <a:pt x="1837690" y="86233"/>
                    <a:pt x="1858645" y="67564"/>
                    <a:pt x="1858645" y="41910"/>
                  </a:cubicBezTo>
                  <a:cubicBezTo>
                    <a:pt x="1858645" y="18669"/>
                    <a:pt x="1837690" y="0"/>
                    <a:pt x="1814449" y="0"/>
                  </a:cubicBezTo>
                  <a:close/>
                </a:path>
              </a:pathLst>
            </a:custGeom>
            <a:solidFill>
              <a:srgbClr val="FFC4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" name="Group 159"/>
          <p:cNvGrpSpPr/>
          <p:nvPr/>
        </p:nvGrpSpPr>
        <p:grpSpPr>
          <a:xfrm>
            <a:off x="16341014" y="5179908"/>
            <a:ext cx="272950" cy="66494"/>
            <a:chOff x="0" y="0"/>
            <a:chExt cx="363933" cy="88659"/>
          </a:xfrm>
        </p:grpSpPr>
        <p:sp>
          <p:nvSpPr>
            <p:cNvPr id="160" name="Freeform 160"/>
            <p:cNvSpPr/>
            <p:nvPr/>
          </p:nvSpPr>
          <p:spPr>
            <a:xfrm>
              <a:off x="127" y="0"/>
              <a:ext cx="363728" cy="88646"/>
            </a:xfrm>
            <a:custGeom>
              <a:avLst/>
              <a:gdLst/>
              <a:ahLst/>
              <a:cxnLst/>
              <a:rect l="l" t="t" r="r" b="b"/>
              <a:pathLst>
                <a:path w="363728" h="88646">
                  <a:moveTo>
                    <a:pt x="44196" y="0"/>
                  </a:moveTo>
                  <a:cubicBezTo>
                    <a:pt x="18542" y="0"/>
                    <a:pt x="0" y="20955"/>
                    <a:pt x="0" y="44323"/>
                  </a:cubicBezTo>
                  <a:cubicBezTo>
                    <a:pt x="0" y="69977"/>
                    <a:pt x="18542" y="88646"/>
                    <a:pt x="44196" y="88646"/>
                  </a:cubicBezTo>
                  <a:lnTo>
                    <a:pt x="319532" y="88646"/>
                  </a:lnTo>
                  <a:cubicBezTo>
                    <a:pt x="345186" y="88646"/>
                    <a:pt x="363728" y="69977"/>
                    <a:pt x="363728" y="44323"/>
                  </a:cubicBezTo>
                  <a:cubicBezTo>
                    <a:pt x="363728" y="20955"/>
                    <a:pt x="345059" y="0"/>
                    <a:pt x="319532" y="0"/>
                  </a:cubicBezTo>
                  <a:close/>
                </a:path>
              </a:pathLst>
            </a:custGeom>
            <a:solidFill>
              <a:srgbClr val="FFC4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16054168" y="5179908"/>
            <a:ext cx="246678" cy="66494"/>
            <a:chOff x="0" y="0"/>
            <a:chExt cx="328904" cy="88659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328803" cy="88646"/>
            </a:xfrm>
            <a:custGeom>
              <a:avLst/>
              <a:gdLst/>
              <a:ahLst/>
              <a:cxnLst/>
              <a:rect l="l" t="t" r="r" b="b"/>
              <a:pathLst>
                <a:path w="328803" h="88646">
                  <a:moveTo>
                    <a:pt x="44323" y="0"/>
                  </a:moveTo>
                  <a:cubicBezTo>
                    <a:pt x="20955" y="0"/>
                    <a:pt x="0" y="20955"/>
                    <a:pt x="0" y="44323"/>
                  </a:cubicBezTo>
                  <a:cubicBezTo>
                    <a:pt x="0" y="69977"/>
                    <a:pt x="20955" y="88646"/>
                    <a:pt x="44323" y="88646"/>
                  </a:cubicBezTo>
                  <a:lnTo>
                    <a:pt x="284607" y="88646"/>
                  </a:lnTo>
                  <a:cubicBezTo>
                    <a:pt x="310261" y="88646"/>
                    <a:pt x="328803" y="69977"/>
                    <a:pt x="328803" y="44323"/>
                  </a:cubicBezTo>
                  <a:cubicBezTo>
                    <a:pt x="328803" y="20955"/>
                    <a:pt x="307848" y="0"/>
                    <a:pt x="284607" y="0"/>
                  </a:cubicBezTo>
                  <a:close/>
                </a:path>
              </a:pathLst>
            </a:custGeom>
            <a:solidFill>
              <a:srgbClr val="FFC4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15833764" y="4245796"/>
            <a:ext cx="1299726" cy="1091592"/>
            <a:chOff x="0" y="0"/>
            <a:chExt cx="1732968" cy="1455456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732915" cy="1455420"/>
            </a:xfrm>
            <a:custGeom>
              <a:avLst/>
              <a:gdLst/>
              <a:ahLst/>
              <a:cxnLst/>
              <a:rect l="l" t="t" r="r" b="b"/>
              <a:pathLst>
                <a:path w="1732915" h="1455420">
                  <a:moveTo>
                    <a:pt x="1455420" y="0"/>
                  </a:moveTo>
                  <a:lnTo>
                    <a:pt x="0" y="1455420"/>
                  </a:lnTo>
                  <a:lnTo>
                    <a:pt x="300863" y="1455420"/>
                  </a:lnTo>
                  <a:lnTo>
                    <a:pt x="1718945" y="37338"/>
                  </a:lnTo>
                  <a:lnTo>
                    <a:pt x="1732915" y="0"/>
                  </a:lnTo>
                  <a:close/>
                </a:path>
              </a:pathLst>
            </a:custGeom>
            <a:solidFill>
              <a:srgbClr val="E1F1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9985050" y="2094124"/>
            <a:ext cx="5249060" cy="3407138"/>
            <a:chOff x="0" y="0"/>
            <a:chExt cx="6998747" cy="4542851"/>
          </a:xfrm>
        </p:grpSpPr>
        <p:sp>
          <p:nvSpPr>
            <p:cNvPr id="166" name="Freeform 166"/>
            <p:cNvSpPr/>
            <p:nvPr/>
          </p:nvSpPr>
          <p:spPr>
            <a:xfrm>
              <a:off x="127" y="0"/>
              <a:ext cx="6998716" cy="4542790"/>
            </a:xfrm>
            <a:custGeom>
              <a:avLst/>
              <a:gdLst/>
              <a:ahLst/>
              <a:cxnLst/>
              <a:rect l="l" t="t" r="r" b="b"/>
              <a:pathLst>
                <a:path w="6998716" h="4542790">
                  <a:moveTo>
                    <a:pt x="170815" y="127"/>
                  </a:moveTo>
                  <a:cubicBezTo>
                    <a:pt x="75946" y="127"/>
                    <a:pt x="0" y="76073"/>
                    <a:pt x="0" y="170942"/>
                  </a:cubicBezTo>
                  <a:lnTo>
                    <a:pt x="0" y="4371848"/>
                  </a:lnTo>
                  <a:cubicBezTo>
                    <a:pt x="0" y="4466844"/>
                    <a:pt x="75946" y="4542790"/>
                    <a:pt x="170942" y="4542790"/>
                  </a:cubicBezTo>
                  <a:lnTo>
                    <a:pt x="6824980" y="4542790"/>
                  </a:lnTo>
                  <a:cubicBezTo>
                    <a:pt x="6919975" y="4542790"/>
                    <a:pt x="6998716" y="4466844"/>
                    <a:pt x="6998716" y="4371848"/>
                  </a:cubicBezTo>
                  <a:lnTo>
                    <a:pt x="6998716" y="170942"/>
                  </a:lnTo>
                  <a:cubicBezTo>
                    <a:pt x="6998716" y="75946"/>
                    <a:pt x="6920103" y="0"/>
                    <a:pt x="6824980" y="0"/>
                  </a:cubicBezTo>
                  <a:close/>
                </a:path>
              </a:pathLst>
            </a:custGeom>
            <a:solidFill>
              <a:srgbClr val="B8B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9985050" y="2094124"/>
            <a:ext cx="5249060" cy="549624"/>
            <a:chOff x="0" y="0"/>
            <a:chExt cx="6998747" cy="732832"/>
          </a:xfrm>
        </p:grpSpPr>
        <p:sp>
          <p:nvSpPr>
            <p:cNvPr id="168" name="Freeform 168"/>
            <p:cNvSpPr/>
            <p:nvPr/>
          </p:nvSpPr>
          <p:spPr>
            <a:xfrm>
              <a:off x="127" y="0"/>
              <a:ext cx="6998589" cy="732790"/>
            </a:xfrm>
            <a:custGeom>
              <a:avLst/>
              <a:gdLst/>
              <a:ahLst/>
              <a:cxnLst/>
              <a:rect l="l" t="t" r="r" b="b"/>
              <a:pathLst>
                <a:path w="6998589" h="732790">
                  <a:moveTo>
                    <a:pt x="197993" y="127"/>
                  </a:moveTo>
                  <a:cubicBezTo>
                    <a:pt x="89535" y="127"/>
                    <a:pt x="0" y="86868"/>
                    <a:pt x="0" y="198120"/>
                  </a:cubicBezTo>
                  <a:lnTo>
                    <a:pt x="0" y="732790"/>
                  </a:lnTo>
                  <a:lnTo>
                    <a:pt x="6998589" y="732790"/>
                  </a:lnTo>
                  <a:lnTo>
                    <a:pt x="6998589" y="198120"/>
                  </a:lnTo>
                  <a:cubicBezTo>
                    <a:pt x="6998589" y="89535"/>
                    <a:pt x="6909054" y="0"/>
                    <a:pt x="6800470" y="0"/>
                  </a:cubicBezTo>
                  <a:close/>
                </a:path>
              </a:pathLst>
            </a:custGeom>
            <a:solidFill>
              <a:srgbClr val="35C2D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10196760" y="2808510"/>
            <a:ext cx="4835866" cy="2513634"/>
            <a:chOff x="0" y="0"/>
            <a:chExt cx="6447821" cy="3351512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6447790" cy="3351403"/>
            </a:xfrm>
            <a:custGeom>
              <a:avLst/>
              <a:gdLst/>
              <a:ahLst/>
              <a:cxnLst/>
              <a:rect l="l" t="t" r="r" b="b"/>
              <a:pathLst>
                <a:path w="6447790" h="3351403">
                  <a:moveTo>
                    <a:pt x="6306693" y="3351403"/>
                  </a:moveTo>
                  <a:lnTo>
                    <a:pt x="141097" y="3351403"/>
                  </a:lnTo>
                  <a:cubicBezTo>
                    <a:pt x="62357" y="3351403"/>
                    <a:pt x="0" y="3289046"/>
                    <a:pt x="0" y="3210306"/>
                  </a:cubicBezTo>
                  <a:lnTo>
                    <a:pt x="0" y="141097"/>
                  </a:lnTo>
                  <a:cubicBezTo>
                    <a:pt x="0" y="62484"/>
                    <a:pt x="62357" y="0"/>
                    <a:pt x="141097" y="0"/>
                  </a:cubicBezTo>
                  <a:lnTo>
                    <a:pt x="6306693" y="0"/>
                  </a:lnTo>
                  <a:cubicBezTo>
                    <a:pt x="6385306" y="0"/>
                    <a:pt x="6447790" y="62484"/>
                    <a:pt x="6447790" y="141097"/>
                  </a:cubicBezTo>
                  <a:lnTo>
                    <a:pt x="6447790" y="3210306"/>
                  </a:lnTo>
                  <a:cubicBezTo>
                    <a:pt x="6447790" y="3288919"/>
                    <a:pt x="6385306" y="3351403"/>
                    <a:pt x="6306693" y="3351403"/>
                  </a:cubicBezTo>
                  <a:close/>
                </a:path>
              </a:pathLst>
            </a:custGeom>
            <a:solidFill>
              <a:srgbClr val="24086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10316298" y="2934210"/>
            <a:ext cx="155738" cy="273740"/>
            <a:chOff x="0" y="0"/>
            <a:chExt cx="207651" cy="364987"/>
          </a:xfrm>
        </p:grpSpPr>
        <p:sp>
          <p:nvSpPr>
            <p:cNvPr id="172" name="Freeform 172"/>
            <p:cNvSpPr/>
            <p:nvPr/>
          </p:nvSpPr>
          <p:spPr>
            <a:xfrm>
              <a:off x="-2667" y="-2794"/>
              <a:ext cx="213106" cy="370713"/>
            </a:xfrm>
            <a:custGeom>
              <a:avLst/>
              <a:gdLst/>
              <a:ahLst/>
              <a:cxnLst/>
              <a:rect l="l" t="t" r="r" b="b"/>
              <a:pathLst>
                <a:path w="213106" h="370713">
                  <a:moveTo>
                    <a:pt x="202311" y="50038"/>
                  </a:moveTo>
                  <a:lnTo>
                    <a:pt x="50419" y="204724"/>
                  </a:lnTo>
                  <a:lnTo>
                    <a:pt x="30607" y="185293"/>
                  </a:lnTo>
                  <a:lnTo>
                    <a:pt x="50419" y="165862"/>
                  </a:lnTo>
                  <a:lnTo>
                    <a:pt x="202311" y="320548"/>
                  </a:lnTo>
                  <a:cubicBezTo>
                    <a:pt x="213106" y="331470"/>
                    <a:pt x="212852" y="349123"/>
                    <a:pt x="201930" y="359918"/>
                  </a:cubicBezTo>
                  <a:cubicBezTo>
                    <a:pt x="191008" y="370713"/>
                    <a:pt x="173355" y="370459"/>
                    <a:pt x="162560" y="359537"/>
                  </a:cubicBezTo>
                  <a:lnTo>
                    <a:pt x="10668" y="204724"/>
                  </a:lnTo>
                  <a:cubicBezTo>
                    <a:pt x="0" y="193929"/>
                    <a:pt x="0" y="176530"/>
                    <a:pt x="10668" y="165735"/>
                  </a:cubicBezTo>
                  <a:lnTo>
                    <a:pt x="162687" y="11049"/>
                  </a:lnTo>
                  <a:cubicBezTo>
                    <a:pt x="173482" y="127"/>
                    <a:pt x="191008" y="0"/>
                    <a:pt x="202057" y="10668"/>
                  </a:cubicBezTo>
                  <a:cubicBezTo>
                    <a:pt x="213106" y="21336"/>
                    <a:pt x="213106" y="38989"/>
                    <a:pt x="202438" y="50038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10721294" y="2934210"/>
            <a:ext cx="157812" cy="273740"/>
            <a:chOff x="0" y="0"/>
            <a:chExt cx="210416" cy="364987"/>
          </a:xfrm>
        </p:grpSpPr>
        <p:sp>
          <p:nvSpPr>
            <p:cNvPr id="174" name="Freeform 174"/>
            <p:cNvSpPr/>
            <p:nvPr/>
          </p:nvSpPr>
          <p:spPr>
            <a:xfrm>
              <a:off x="-2794" y="-2794"/>
              <a:ext cx="215773" cy="370586"/>
            </a:xfrm>
            <a:custGeom>
              <a:avLst/>
              <a:gdLst/>
              <a:ahLst/>
              <a:cxnLst/>
              <a:rect l="l" t="t" r="r" b="b"/>
              <a:pathLst>
                <a:path w="215773" h="370586">
                  <a:moveTo>
                    <a:pt x="50292" y="10922"/>
                  </a:moveTo>
                  <a:lnTo>
                    <a:pt x="204978" y="165608"/>
                  </a:lnTo>
                  <a:cubicBezTo>
                    <a:pt x="215773" y="176403"/>
                    <a:pt x="215773" y="194056"/>
                    <a:pt x="204978" y="204978"/>
                  </a:cubicBezTo>
                  <a:lnTo>
                    <a:pt x="50292" y="359664"/>
                  </a:lnTo>
                  <a:cubicBezTo>
                    <a:pt x="39497" y="370586"/>
                    <a:pt x="21844" y="370586"/>
                    <a:pt x="10922" y="359664"/>
                  </a:cubicBezTo>
                  <a:cubicBezTo>
                    <a:pt x="0" y="348742"/>
                    <a:pt x="0" y="331216"/>
                    <a:pt x="10922" y="320294"/>
                  </a:cubicBezTo>
                  <a:lnTo>
                    <a:pt x="165608" y="165608"/>
                  </a:lnTo>
                  <a:lnTo>
                    <a:pt x="185293" y="185293"/>
                  </a:lnTo>
                  <a:lnTo>
                    <a:pt x="165608" y="204978"/>
                  </a:lnTo>
                  <a:lnTo>
                    <a:pt x="11049" y="50292"/>
                  </a:lnTo>
                  <a:cubicBezTo>
                    <a:pt x="127" y="39370"/>
                    <a:pt x="127" y="21844"/>
                    <a:pt x="11049" y="10922"/>
                  </a:cubicBezTo>
                  <a:cubicBezTo>
                    <a:pt x="21971" y="0"/>
                    <a:pt x="39497" y="127"/>
                    <a:pt x="50419" y="10922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10527948" y="2934210"/>
            <a:ext cx="133344" cy="294120"/>
            <a:chOff x="0" y="0"/>
            <a:chExt cx="177792" cy="392160"/>
          </a:xfrm>
        </p:grpSpPr>
        <p:sp>
          <p:nvSpPr>
            <p:cNvPr id="176" name="Freeform 176"/>
            <p:cNvSpPr/>
            <p:nvPr/>
          </p:nvSpPr>
          <p:spPr>
            <a:xfrm>
              <a:off x="-3429" y="-3556"/>
              <a:ext cx="184785" cy="399161"/>
            </a:xfrm>
            <a:custGeom>
              <a:avLst/>
              <a:gdLst/>
              <a:ahLst/>
              <a:cxnLst/>
              <a:rect l="l" t="t" r="r" b="b"/>
              <a:pathLst>
                <a:path w="184785" h="399161">
                  <a:moveTo>
                    <a:pt x="5207" y="358394"/>
                  </a:moveTo>
                  <a:lnTo>
                    <a:pt x="127254" y="21844"/>
                  </a:lnTo>
                  <a:cubicBezTo>
                    <a:pt x="132588" y="7493"/>
                    <a:pt x="148463" y="0"/>
                    <a:pt x="162941" y="5207"/>
                  </a:cubicBezTo>
                  <a:cubicBezTo>
                    <a:pt x="177419" y="10414"/>
                    <a:pt x="184785" y="26416"/>
                    <a:pt x="179578" y="40767"/>
                  </a:cubicBezTo>
                  <a:lnTo>
                    <a:pt x="57404" y="377317"/>
                  </a:lnTo>
                  <a:cubicBezTo>
                    <a:pt x="52197" y="391795"/>
                    <a:pt x="36195" y="399161"/>
                    <a:pt x="21844" y="393954"/>
                  </a:cubicBezTo>
                  <a:cubicBezTo>
                    <a:pt x="7493" y="388747"/>
                    <a:pt x="0" y="372745"/>
                    <a:pt x="5207" y="358394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0947694" y="3176838"/>
            <a:ext cx="65226" cy="65226"/>
            <a:chOff x="0" y="0"/>
            <a:chExt cx="86968" cy="86968"/>
          </a:xfrm>
        </p:grpSpPr>
        <p:sp>
          <p:nvSpPr>
            <p:cNvPr id="178" name="Freeform 178"/>
            <p:cNvSpPr/>
            <p:nvPr/>
          </p:nvSpPr>
          <p:spPr>
            <a:xfrm>
              <a:off x="127" y="127"/>
              <a:ext cx="86741" cy="86741"/>
            </a:xfrm>
            <a:custGeom>
              <a:avLst/>
              <a:gdLst/>
              <a:ahLst/>
              <a:cxnLst/>
              <a:rect l="l" t="t" r="r" b="b"/>
              <a:pathLst>
                <a:path w="86741" h="86741">
                  <a:moveTo>
                    <a:pt x="43434" y="0"/>
                  </a:moveTo>
                  <a:cubicBezTo>
                    <a:pt x="18923" y="0"/>
                    <a:pt x="0" y="18923"/>
                    <a:pt x="0" y="43434"/>
                  </a:cubicBezTo>
                  <a:cubicBezTo>
                    <a:pt x="0" y="65151"/>
                    <a:pt x="18923" y="86741"/>
                    <a:pt x="43434" y="86741"/>
                  </a:cubicBezTo>
                  <a:cubicBezTo>
                    <a:pt x="67945" y="86741"/>
                    <a:pt x="86741" y="65151"/>
                    <a:pt x="86741" y="43434"/>
                  </a:cubicBezTo>
                  <a:cubicBezTo>
                    <a:pt x="86741" y="18923"/>
                    <a:pt x="67818" y="0"/>
                    <a:pt x="43434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11043368" y="3176838"/>
            <a:ext cx="65164" cy="65226"/>
            <a:chOff x="0" y="0"/>
            <a:chExt cx="86885" cy="86968"/>
          </a:xfrm>
        </p:grpSpPr>
        <p:sp>
          <p:nvSpPr>
            <p:cNvPr id="180" name="Freeform 180"/>
            <p:cNvSpPr/>
            <p:nvPr/>
          </p:nvSpPr>
          <p:spPr>
            <a:xfrm>
              <a:off x="0" y="127"/>
              <a:ext cx="86868" cy="86741"/>
            </a:xfrm>
            <a:custGeom>
              <a:avLst/>
              <a:gdLst/>
              <a:ahLst/>
              <a:cxnLst/>
              <a:rect l="l" t="t" r="r" b="b"/>
              <a:pathLst>
                <a:path w="86868" h="86741">
                  <a:moveTo>
                    <a:pt x="43434" y="0"/>
                  </a:moveTo>
                  <a:cubicBezTo>
                    <a:pt x="21717" y="0"/>
                    <a:pt x="0" y="18923"/>
                    <a:pt x="0" y="43434"/>
                  </a:cubicBezTo>
                  <a:cubicBezTo>
                    <a:pt x="0" y="65151"/>
                    <a:pt x="21717" y="86741"/>
                    <a:pt x="43434" y="86741"/>
                  </a:cubicBezTo>
                  <a:cubicBezTo>
                    <a:pt x="67818" y="86741"/>
                    <a:pt x="86868" y="65151"/>
                    <a:pt x="86868" y="43434"/>
                  </a:cubicBezTo>
                  <a:cubicBezTo>
                    <a:pt x="86868" y="18923"/>
                    <a:pt x="67818" y="0"/>
                    <a:pt x="43434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11179728" y="3176838"/>
            <a:ext cx="65164" cy="65226"/>
            <a:chOff x="0" y="0"/>
            <a:chExt cx="86885" cy="86968"/>
          </a:xfrm>
        </p:grpSpPr>
        <p:sp>
          <p:nvSpPr>
            <p:cNvPr id="182" name="Freeform 182"/>
            <p:cNvSpPr/>
            <p:nvPr/>
          </p:nvSpPr>
          <p:spPr>
            <a:xfrm>
              <a:off x="0" y="127"/>
              <a:ext cx="86868" cy="86741"/>
            </a:xfrm>
            <a:custGeom>
              <a:avLst/>
              <a:gdLst/>
              <a:ahLst/>
              <a:cxnLst/>
              <a:rect l="l" t="t" r="r" b="b"/>
              <a:pathLst>
                <a:path w="86868" h="86741">
                  <a:moveTo>
                    <a:pt x="43434" y="0"/>
                  </a:moveTo>
                  <a:cubicBezTo>
                    <a:pt x="19050" y="0"/>
                    <a:pt x="0" y="18923"/>
                    <a:pt x="0" y="43434"/>
                  </a:cubicBezTo>
                  <a:cubicBezTo>
                    <a:pt x="0" y="65151"/>
                    <a:pt x="19050" y="86741"/>
                    <a:pt x="43434" y="86741"/>
                  </a:cubicBezTo>
                  <a:cubicBezTo>
                    <a:pt x="67818" y="86741"/>
                    <a:pt x="86868" y="65151"/>
                    <a:pt x="86868" y="43434"/>
                  </a:cubicBezTo>
                  <a:cubicBezTo>
                    <a:pt x="86868" y="18923"/>
                    <a:pt x="67818" y="0"/>
                    <a:pt x="43434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10373284" y="3422610"/>
            <a:ext cx="3516016" cy="41762"/>
            <a:chOff x="0" y="0"/>
            <a:chExt cx="4688021" cy="55683"/>
          </a:xfrm>
        </p:grpSpPr>
        <p:sp>
          <p:nvSpPr>
            <p:cNvPr id="184" name="Freeform 184"/>
            <p:cNvSpPr/>
            <p:nvPr/>
          </p:nvSpPr>
          <p:spPr>
            <a:xfrm>
              <a:off x="127" y="127"/>
              <a:ext cx="4687824" cy="55626"/>
            </a:xfrm>
            <a:custGeom>
              <a:avLst/>
              <a:gdLst/>
              <a:ahLst/>
              <a:cxnLst/>
              <a:rect l="l" t="t" r="r" b="b"/>
              <a:pathLst>
                <a:path w="4687824" h="55626">
                  <a:moveTo>
                    <a:pt x="27813" y="0"/>
                  </a:moveTo>
                  <a:lnTo>
                    <a:pt x="4660011" y="0"/>
                  </a:lnTo>
                  <a:cubicBezTo>
                    <a:pt x="4675378" y="0"/>
                    <a:pt x="4687824" y="12446"/>
                    <a:pt x="4687824" y="27813"/>
                  </a:cubicBezTo>
                  <a:cubicBezTo>
                    <a:pt x="4687824" y="43180"/>
                    <a:pt x="4675378" y="55626"/>
                    <a:pt x="4660011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14056990" y="3422610"/>
            <a:ext cx="310410" cy="41762"/>
            <a:chOff x="0" y="0"/>
            <a:chExt cx="413880" cy="55683"/>
          </a:xfrm>
        </p:grpSpPr>
        <p:sp>
          <p:nvSpPr>
            <p:cNvPr id="186" name="Freeform 186"/>
            <p:cNvSpPr/>
            <p:nvPr/>
          </p:nvSpPr>
          <p:spPr>
            <a:xfrm>
              <a:off x="0" y="127"/>
              <a:ext cx="413766" cy="55626"/>
            </a:xfrm>
            <a:custGeom>
              <a:avLst/>
              <a:gdLst/>
              <a:ahLst/>
              <a:cxnLst/>
              <a:rect l="l" t="t" r="r" b="b"/>
              <a:pathLst>
                <a:path w="413766" h="55626">
                  <a:moveTo>
                    <a:pt x="27813" y="0"/>
                  </a:moveTo>
                  <a:lnTo>
                    <a:pt x="385953" y="0"/>
                  </a:lnTo>
                  <a:cubicBezTo>
                    <a:pt x="401320" y="0"/>
                    <a:pt x="413766" y="12446"/>
                    <a:pt x="413766" y="27813"/>
                  </a:cubicBezTo>
                  <a:cubicBezTo>
                    <a:pt x="413766" y="43180"/>
                    <a:pt x="401320" y="55626"/>
                    <a:pt x="385953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7" name="Group 187"/>
          <p:cNvGrpSpPr/>
          <p:nvPr/>
        </p:nvGrpSpPr>
        <p:grpSpPr>
          <a:xfrm>
            <a:off x="14474190" y="3422610"/>
            <a:ext cx="383690" cy="41762"/>
            <a:chOff x="0" y="0"/>
            <a:chExt cx="511587" cy="55683"/>
          </a:xfrm>
        </p:grpSpPr>
        <p:sp>
          <p:nvSpPr>
            <p:cNvPr id="188" name="Freeform 188"/>
            <p:cNvSpPr/>
            <p:nvPr/>
          </p:nvSpPr>
          <p:spPr>
            <a:xfrm>
              <a:off x="0" y="127"/>
              <a:ext cx="511556" cy="55626"/>
            </a:xfrm>
            <a:custGeom>
              <a:avLst/>
              <a:gdLst/>
              <a:ahLst/>
              <a:cxnLst/>
              <a:rect l="l" t="t" r="r" b="b"/>
              <a:pathLst>
                <a:path w="511556" h="55626">
                  <a:moveTo>
                    <a:pt x="27813" y="0"/>
                  </a:moveTo>
                  <a:lnTo>
                    <a:pt x="483743" y="0"/>
                  </a:lnTo>
                  <a:cubicBezTo>
                    <a:pt x="499110" y="0"/>
                    <a:pt x="511556" y="12446"/>
                    <a:pt x="511556" y="27813"/>
                  </a:cubicBezTo>
                  <a:cubicBezTo>
                    <a:pt x="511556" y="43180"/>
                    <a:pt x="499110" y="55626"/>
                    <a:pt x="483743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10373284" y="3695332"/>
            <a:ext cx="2215482" cy="41762"/>
            <a:chOff x="0" y="0"/>
            <a:chExt cx="2953976" cy="55683"/>
          </a:xfrm>
        </p:grpSpPr>
        <p:sp>
          <p:nvSpPr>
            <p:cNvPr id="190" name="Freeform 190"/>
            <p:cNvSpPr/>
            <p:nvPr/>
          </p:nvSpPr>
          <p:spPr>
            <a:xfrm>
              <a:off x="127" y="127"/>
              <a:ext cx="2953766" cy="55626"/>
            </a:xfrm>
            <a:custGeom>
              <a:avLst/>
              <a:gdLst/>
              <a:ahLst/>
              <a:cxnLst/>
              <a:rect l="l" t="t" r="r" b="b"/>
              <a:pathLst>
                <a:path w="2953766" h="55626">
                  <a:moveTo>
                    <a:pt x="27813" y="0"/>
                  </a:moveTo>
                  <a:lnTo>
                    <a:pt x="2925953" y="0"/>
                  </a:lnTo>
                  <a:cubicBezTo>
                    <a:pt x="2941320" y="0"/>
                    <a:pt x="2953766" y="12446"/>
                    <a:pt x="2953766" y="27813"/>
                  </a:cubicBezTo>
                  <a:cubicBezTo>
                    <a:pt x="2953766" y="43180"/>
                    <a:pt x="2941320" y="55626"/>
                    <a:pt x="2925953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1" name="Group 191"/>
          <p:cNvGrpSpPr/>
          <p:nvPr/>
        </p:nvGrpSpPr>
        <p:grpSpPr>
          <a:xfrm>
            <a:off x="12868420" y="3695332"/>
            <a:ext cx="432562" cy="41762"/>
            <a:chOff x="0" y="0"/>
            <a:chExt cx="576749" cy="55683"/>
          </a:xfrm>
        </p:grpSpPr>
        <p:sp>
          <p:nvSpPr>
            <p:cNvPr id="192" name="Freeform 192"/>
            <p:cNvSpPr/>
            <p:nvPr/>
          </p:nvSpPr>
          <p:spPr>
            <a:xfrm>
              <a:off x="127" y="127"/>
              <a:ext cx="576580" cy="55626"/>
            </a:xfrm>
            <a:custGeom>
              <a:avLst/>
              <a:gdLst/>
              <a:ahLst/>
              <a:cxnLst/>
              <a:rect l="l" t="t" r="r" b="b"/>
              <a:pathLst>
                <a:path w="576580" h="55626">
                  <a:moveTo>
                    <a:pt x="27813" y="0"/>
                  </a:moveTo>
                  <a:lnTo>
                    <a:pt x="548767" y="0"/>
                  </a:lnTo>
                  <a:cubicBezTo>
                    <a:pt x="564134" y="0"/>
                    <a:pt x="576580" y="12446"/>
                    <a:pt x="576580" y="27813"/>
                  </a:cubicBezTo>
                  <a:cubicBezTo>
                    <a:pt x="576580" y="43180"/>
                    <a:pt x="564134" y="55626"/>
                    <a:pt x="548767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3" name="Group 193"/>
          <p:cNvGrpSpPr/>
          <p:nvPr/>
        </p:nvGrpSpPr>
        <p:grpSpPr>
          <a:xfrm>
            <a:off x="12200890" y="3852072"/>
            <a:ext cx="1100128" cy="41762"/>
            <a:chOff x="0" y="0"/>
            <a:chExt cx="1466837" cy="55683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1466723" cy="55626"/>
            </a:xfrm>
            <a:custGeom>
              <a:avLst/>
              <a:gdLst/>
              <a:ahLst/>
              <a:cxnLst/>
              <a:rect l="l" t="t" r="r" b="b"/>
              <a:pathLst>
                <a:path w="1466723" h="55626">
                  <a:moveTo>
                    <a:pt x="1438910" y="55626"/>
                  </a:move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lnTo>
                    <a:pt x="1438910" y="0"/>
                  </a:lnTo>
                  <a:cubicBezTo>
                    <a:pt x="1454277" y="0"/>
                    <a:pt x="1466723" y="12446"/>
                    <a:pt x="1466723" y="27813"/>
                  </a:cubicBezTo>
                  <a:cubicBezTo>
                    <a:pt x="1466723" y="43180"/>
                    <a:pt x="1454277" y="55626"/>
                    <a:pt x="1438910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" name="Group 195"/>
          <p:cNvGrpSpPr/>
          <p:nvPr/>
        </p:nvGrpSpPr>
        <p:grpSpPr>
          <a:xfrm>
            <a:off x="11842690" y="3852072"/>
            <a:ext cx="255496" cy="41762"/>
            <a:chOff x="0" y="0"/>
            <a:chExt cx="340661" cy="55683"/>
          </a:xfrm>
        </p:grpSpPr>
        <p:sp>
          <p:nvSpPr>
            <p:cNvPr id="196" name="Freeform 196"/>
            <p:cNvSpPr/>
            <p:nvPr/>
          </p:nvSpPr>
          <p:spPr>
            <a:xfrm>
              <a:off x="127" y="0"/>
              <a:ext cx="340487" cy="55626"/>
            </a:xfrm>
            <a:custGeom>
              <a:avLst/>
              <a:gdLst/>
              <a:ahLst/>
              <a:cxnLst/>
              <a:rect l="l" t="t" r="r" b="b"/>
              <a:pathLst>
                <a:path w="340487" h="55626">
                  <a:moveTo>
                    <a:pt x="312674" y="55626"/>
                  </a:move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lnTo>
                    <a:pt x="312674" y="0"/>
                  </a:lnTo>
                  <a:cubicBezTo>
                    <a:pt x="328041" y="0"/>
                    <a:pt x="340487" y="12446"/>
                    <a:pt x="340487" y="27813"/>
                  </a:cubicBezTo>
                  <a:cubicBezTo>
                    <a:pt x="340487" y="43180"/>
                    <a:pt x="328041" y="55626"/>
                    <a:pt x="312674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7" name="Group 197"/>
          <p:cNvGrpSpPr/>
          <p:nvPr/>
        </p:nvGrpSpPr>
        <p:grpSpPr>
          <a:xfrm>
            <a:off x="11460086" y="3852072"/>
            <a:ext cx="255436" cy="41762"/>
            <a:chOff x="0" y="0"/>
            <a:chExt cx="340581" cy="55683"/>
          </a:xfrm>
        </p:grpSpPr>
        <p:sp>
          <p:nvSpPr>
            <p:cNvPr id="198" name="Freeform 198"/>
            <p:cNvSpPr/>
            <p:nvPr/>
          </p:nvSpPr>
          <p:spPr>
            <a:xfrm>
              <a:off x="0" y="0"/>
              <a:ext cx="340614" cy="55626"/>
            </a:xfrm>
            <a:custGeom>
              <a:avLst/>
              <a:gdLst/>
              <a:ahLst/>
              <a:cxnLst/>
              <a:rect l="l" t="t" r="r" b="b"/>
              <a:pathLst>
                <a:path w="340614" h="55626">
                  <a:moveTo>
                    <a:pt x="312801" y="55626"/>
                  </a:move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lnTo>
                    <a:pt x="312801" y="0"/>
                  </a:lnTo>
                  <a:cubicBezTo>
                    <a:pt x="328168" y="0"/>
                    <a:pt x="340614" y="12446"/>
                    <a:pt x="340614" y="27813"/>
                  </a:cubicBezTo>
                  <a:cubicBezTo>
                    <a:pt x="340614" y="43180"/>
                    <a:pt x="328168" y="55626"/>
                    <a:pt x="312801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9" name="Group 199"/>
          <p:cNvGrpSpPr/>
          <p:nvPr/>
        </p:nvGrpSpPr>
        <p:grpSpPr>
          <a:xfrm>
            <a:off x="11079494" y="3852072"/>
            <a:ext cx="253422" cy="41762"/>
            <a:chOff x="0" y="0"/>
            <a:chExt cx="337896" cy="55683"/>
          </a:xfrm>
        </p:grpSpPr>
        <p:sp>
          <p:nvSpPr>
            <p:cNvPr id="200" name="Freeform 200"/>
            <p:cNvSpPr/>
            <p:nvPr/>
          </p:nvSpPr>
          <p:spPr>
            <a:xfrm>
              <a:off x="127" y="0"/>
              <a:ext cx="337820" cy="55626"/>
            </a:xfrm>
            <a:custGeom>
              <a:avLst/>
              <a:gdLst/>
              <a:ahLst/>
              <a:cxnLst/>
              <a:rect l="l" t="t" r="r" b="b"/>
              <a:pathLst>
                <a:path w="337820" h="55626">
                  <a:moveTo>
                    <a:pt x="310007" y="55626"/>
                  </a:move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lnTo>
                    <a:pt x="310007" y="0"/>
                  </a:lnTo>
                  <a:cubicBezTo>
                    <a:pt x="325374" y="0"/>
                    <a:pt x="337820" y="12446"/>
                    <a:pt x="337820" y="27813"/>
                  </a:cubicBezTo>
                  <a:cubicBezTo>
                    <a:pt x="337820" y="43180"/>
                    <a:pt x="325374" y="55626"/>
                    <a:pt x="310007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1" name="Group 201"/>
          <p:cNvGrpSpPr/>
          <p:nvPr/>
        </p:nvGrpSpPr>
        <p:grpSpPr>
          <a:xfrm>
            <a:off x="10696890" y="3852072"/>
            <a:ext cx="253422" cy="41762"/>
            <a:chOff x="0" y="0"/>
            <a:chExt cx="337896" cy="55683"/>
          </a:xfrm>
        </p:grpSpPr>
        <p:sp>
          <p:nvSpPr>
            <p:cNvPr id="202" name="Freeform 202"/>
            <p:cNvSpPr/>
            <p:nvPr/>
          </p:nvSpPr>
          <p:spPr>
            <a:xfrm>
              <a:off x="0" y="0"/>
              <a:ext cx="337947" cy="55626"/>
            </a:xfrm>
            <a:custGeom>
              <a:avLst/>
              <a:gdLst/>
              <a:ahLst/>
              <a:cxnLst/>
              <a:rect l="l" t="t" r="r" b="b"/>
              <a:pathLst>
                <a:path w="337947" h="55626">
                  <a:moveTo>
                    <a:pt x="310134" y="55626"/>
                  </a:move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lnTo>
                    <a:pt x="310134" y="0"/>
                  </a:lnTo>
                  <a:cubicBezTo>
                    <a:pt x="325501" y="0"/>
                    <a:pt x="337947" y="12446"/>
                    <a:pt x="337947" y="27813"/>
                  </a:cubicBezTo>
                  <a:cubicBezTo>
                    <a:pt x="337947" y="43180"/>
                    <a:pt x="325501" y="55626"/>
                    <a:pt x="310134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3" name="Group 203"/>
          <p:cNvGrpSpPr/>
          <p:nvPr/>
        </p:nvGrpSpPr>
        <p:grpSpPr>
          <a:xfrm>
            <a:off x="10696890" y="4043344"/>
            <a:ext cx="3336876" cy="41762"/>
            <a:chOff x="0" y="0"/>
            <a:chExt cx="4449168" cy="55683"/>
          </a:xfrm>
        </p:grpSpPr>
        <p:sp>
          <p:nvSpPr>
            <p:cNvPr id="204" name="Freeform 204"/>
            <p:cNvSpPr/>
            <p:nvPr/>
          </p:nvSpPr>
          <p:spPr>
            <a:xfrm>
              <a:off x="0" y="127"/>
              <a:ext cx="4449191" cy="55626"/>
            </a:xfrm>
            <a:custGeom>
              <a:avLst/>
              <a:gdLst/>
              <a:ahLst/>
              <a:cxnLst/>
              <a:rect l="l" t="t" r="r" b="b"/>
              <a:pathLst>
                <a:path w="4449191" h="55626">
                  <a:moveTo>
                    <a:pt x="4421378" y="55499"/>
                  </a:moveTo>
                  <a:lnTo>
                    <a:pt x="27813" y="55499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lnTo>
                    <a:pt x="4421378" y="0"/>
                  </a:lnTo>
                  <a:cubicBezTo>
                    <a:pt x="4436745" y="0"/>
                    <a:pt x="4449191" y="12446"/>
                    <a:pt x="4449191" y="27813"/>
                  </a:cubicBezTo>
                  <a:cubicBezTo>
                    <a:pt x="4449191" y="43180"/>
                    <a:pt x="4436745" y="55626"/>
                    <a:pt x="4421378" y="55626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" name="Group 205"/>
          <p:cNvGrpSpPr/>
          <p:nvPr/>
        </p:nvGrpSpPr>
        <p:grpSpPr>
          <a:xfrm>
            <a:off x="10373284" y="3852072"/>
            <a:ext cx="119128" cy="41762"/>
            <a:chOff x="0" y="0"/>
            <a:chExt cx="158837" cy="55683"/>
          </a:xfrm>
        </p:grpSpPr>
        <p:sp>
          <p:nvSpPr>
            <p:cNvPr id="206" name="Freeform 206"/>
            <p:cNvSpPr/>
            <p:nvPr/>
          </p:nvSpPr>
          <p:spPr>
            <a:xfrm>
              <a:off x="127" y="0"/>
              <a:ext cx="158750" cy="55626"/>
            </a:xfrm>
            <a:custGeom>
              <a:avLst/>
              <a:gdLst/>
              <a:ahLst/>
              <a:cxnLst/>
              <a:rect l="l" t="t" r="r" b="b"/>
              <a:pathLst>
                <a:path w="158750" h="55626">
                  <a:moveTo>
                    <a:pt x="130810" y="55626"/>
                  </a:move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lnTo>
                    <a:pt x="130937" y="0"/>
                  </a:lnTo>
                  <a:cubicBezTo>
                    <a:pt x="146304" y="0"/>
                    <a:pt x="158750" y="12446"/>
                    <a:pt x="158750" y="27813"/>
                  </a:cubicBezTo>
                  <a:cubicBezTo>
                    <a:pt x="158750" y="43180"/>
                    <a:pt x="146304" y="55626"/>
                    <a:pt x="130937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7" name="Group 207"/>
          <p:cNvGrpSpPr/>
          <p:nvPr/>
        </p:nvGrpSpPr>
        <p:grpSpPr>
          <a:xfrm>
            <a:off x="10373284" y="4043344"/>
            <a:ext cx="119128" cy="41762"/>
            <a:chOff x="0" y="0"/>
            <a:chExt cx="158837" cy="55683"/>
          </a:xfrm>
        </p:grpSpPr>
        <p:sp>
          <p:nvSpPr>
            <p:cNvPr id="208" name="Freeform 208"/>
            <p:cNvSpPr/>
            <p:nvPr/>
          </p:nvSpPr>
          <p:spPr>
            <a:xfrm>
              <a:off x="127" y="127"/>
              <a:ext cx="158750" cy="55626"/>
            </a:xfrm>
            <a:custGeom>
              <a:avLst/>
              <a:gdLst/>
              <a:ahLst/>
              <a:cxnLst/>
              <a:rect l="l" t="t" r="r" b="b"/>
              <a:pathLst>
                <a:path w="158750" h="55626">
                  <a:moveTo>
                    <a:pt x="130810" y="55499"/>
                  </a:moveTo>
                  <a:lnTo>
                    <a:pt x="27813" y="55499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lnTo>
                    <a:pt x="130937" y="0"/>
                  </a:lnTo>
                  <a:cubicBezTo>
                    <a:pt x="146304" y="0"/>
                    <a:pt x="158750" y="12446"/>
                    <a:pt x="158750" y="27813"/>
                  </a:cubicBezTo>
                  <a:cubicBezTo>
                    <a:pt x="158750" y="43180"/>
                    <a:pt x="146304" y="55626"/>
                    <a:pt x="130937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9" name="Group 209"/>
          <p:cNvGrpSpPr/>
          <p:nvPr/>
        </p:nvGrpSpPr>
        <p:grpSpPr>
          <a:xfrm>
            <a:off x="10373284" y="4234676"/>
            <a:ext cx="119128" cy="41762"/>
            <a:chOff x="0" y="0"/>
            <a:chExt cx="158837" cy="55683"/>
          </a:xfrm>
        </p:grpSpPr>
        <p:sp>
          <p:nvSpPr>
            <p:cNvPr id="210" name="Freeform 210"/>
            <p:cNvSpPr/>
            <p:nvPr/>
          </p:nvSpPr>
          <p:spPr>
            <a:xfrm>
              <a:off x="127" y="0"/>
              <a:ext cx="158750" cy="55626"/>
            </a:xfrm>
            <a:custGeom>
              <a:avLst/>
              <a:gdLst/>
              <a:ahLst/>
              <a:cxnLst/>
              <a:rect l="l" t="t" r="r" b="b"/>
              <a:pathLst>
                <a:path w="158750" h="55626">
                  <a:moveTo>
                    <a:pt x="130810" y="55626"/>
                  </a:move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lnTo>
                    <a:pt x="130937" y="0"/>
                  </a:lnTo>
                  <a:cubicBezTo>
                    <a:pt x="146304" y="0"/>
                    <a:pt x="158750" y="12446"/>
                    <a:pt x="158750" y="27813"/>
                  </a:cubicBezTo>
                  <a:cubicBezTo>
                    <a:pt x="158750" y="43180"/>
                    <a:pt x="146304" y="55626"/>
                    <a:pt x="130937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1" name="Group 211"/>
          <p:cNvGrpSpPr/>
          <p:nvPr/>
        </p:nvGrpSpPr>
        <p:grpSpPr>
          <a:xfrm>
            <a:off x="10373284" y="4425948"/>
            <a:ext cx="119128" cy="41762"/>
            <a:chOff x="0" y="0"/>
            <a:chExt cx="158837" cy="55683"/>
          </a:xfrm>
        </p:grpSpPr>
        <p:sp>
          <p:nvSpPr>
            <p:cNvPr id="212" name="Freeform 212"/>
            <p:cNvSpPr/>
            <p:nvPr/>
          </p:nvSpPr>
          <p:spPr>
            <a:xfrm>
              <a:off x="127" y="127"/>
              <a:ext cx="158750" cy="55626"/>
            </a:xfrm>
            <a:custGeom>
              <a:avLst/>
              <a:gdLst/>
              <a:ahLst/>
              <a:cxnLst/>
              <a:rect l="l" t="t" r="r" b="b"/>
              <a:pathLst>
                <a:path w="158750" h="55626">
                  <a:moveTo>
                    <a:pt x="130810" y="55499"/>
                  </a:moveTo>
                  <a:lnTo>
                    <a:pt x="27813" y="55499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lnTo>
                    <a:pt x="130937" y="0"/>
                  </a:lnTo>
                  <a:cubicBezTo>
                    <a:pt x="146304" y="0"/>
                    <a:pt x="158750" y="12446"/>
                    <a:pt x="158750" y="27813"/>
                  </a:cubicBezTo>
                  <a:cubicBezTo>
                    <a:pt x="158750" y="43180"/>
                    <a:pt x="146304" y="55626"/>
                    <a:pt x="130937" y="55626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3" name="Group 213"/>
          <p:cNvGrpSpPr/>
          <p:nvPr/>
        </p:nvGrpSpPr>
        <p:grpSpPr>
          <a:xfrm>
            <a:off x="14191278" y="4043344"/>
            <a:ext cx="495652" cy="41762"/>
            <a:chOff x="0" y="0"/>
            <a:chExt cx="660869" cy="55683"/>
          </a:xfrm>
        </p:grpSpPr>
        <p:sp>
          <p:nvSpPr>
            <p:cNvPr id="214" name="Freeform 214"/>
            <p:cNvSpPr/>
            <p:nvPr/>
          </p:nvSpPr>
          <p:spPr>
            <a:xfrm>
              <a:off x="127" y="127"/>
              <a:ext cx="660654" cy="55626"/>
            </a:xfrm>
            <a:custGeom>
              <a:avLst/>
              <a:gdLst/>
              <a:ahLst/>
              <a:cxnLst/>
              <a:rect l="l" t="t" r="r" b="b"/>
              <a:pathLst>
                <a:path w="660654" h="55626">
                  <a:moveTo>
                    <a:pt x="27813" y="0"/>
                  </a:moveTo>
                  <a:lnTo>
                    <a:pt x="632841" y="0"/>
                  </a:lnTo>
                  <a:cubicBezTo>
                    <a:pt x="648208" y="0"/>
                    <a:pt x="660654" y="12446"/>
                    <a:pt x="660654" y="27813"/>
                  </a:cubicBezTo>
                  <a:cubicBezTo>
                    <a:pt x="660654" y="43180"/>
                    <a:pt x="648208" y="55626"/>
                    <a:pt x="632841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" name="Group 215"/>
          <p:cNvGrpSpPr/>
          <p:nvPr/>
        </p:nvGrpSpPr>
        <p:grpSpPr>
          <a:xfrm>
            <a:off x="10688776" y="4234676"/>
            <a:ext cx="953570" cy="41762"/>
            <a:chOff x="0" y="0"/>
            <a:chExt cx="1271427" cy="55683"/>
          </a:xfrm>
        </p:grpSpPr>
        <p:sp>
          <p:nvSpPr>
            <p:cNvPr id="216" name="Freeform 216"/>
            <p:cNvSpPr/>
            <p:nvPr/>
          </p:nvSpPr>
          <p:spPr>
            <a:xfrm>
              <a:off x="0" y="0"/>
              <a:ext cx="1271397" cy="55626"/>
            </a:xfrm>
            <a:custGeom>
              <a:avLst/>
              <a:gdLst/>
              <a:ahLst/>
              <a:cxnLst/>
              <a:rect l="l" t="t" r="r" b="b"/>
              <a:pathLst>
                <a:path w="1271397" h="55626">
                  <a:moveTo>
                    <a:pt x="27813" y="0"/>
                  </a:moveTo>
                  <a:lnTo>
                    <a:pt x="1243584" y="0"/>
                  </a:lnTo>
                  <a:cubicBezTo>
                    <a:pt x="1258951" y="0"/>
                    <a:pt x="1271397" y="12446"/>
                    <a:pt x="1271397" y="27813"/>
                  </a:cubicBezTo>
                  <a:cubicBezTo>
                    <a:pt x="1271397" y="43180"/>
                    <a:pt x="1258951" y="55626"/>
                    <a:pt x="1243584" y="55626"/>
                  </a:cubicBez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7" name="Group 217"/>
          <p:cNvGrpSpPr/>
          <p:nvPr/>
        </p:nvGrpSpPr>
        <p:grpSpPr>
          <a:xfrm>
            <a:off x="10688776" y="4430036"/>
            <a:ext cx="953570" cy="41762"/>
            <a:chOff x="0" y="0"/>
            <a:chExt cx="1271427" cy="55683"/>
          </a:xfrm>
        </p:grpSpPr>
        <p:sp>
          <p:nvSpPr>
            <p:cNvPr id="218" name="Freeform 218"/>
            <p:cNvSpPr/>
            <p:nvPr/>
          </p:nvSpPr>
          <p:spPr>
            <a:xfrm>
              <a:off x="0" y="127"/>
              <a:ext cx="1271397" cy="55626"/>
            </a:xfrm>
            <a:custGeom>
              <a:avLst/>
              <a:gdLst/>
              <a:ahLst/>
              <a:cxnLst/>
              <a:rect l="l" t="t" r="r" b="b"/>
              <a:pathLst>
                <a:path w="1271397" h="55626">
                  <a:moveTo>
                    <a:pt x="27813" y="0"/>
                  </a:moveTo>
                  <a:lnTo>
                    <a:pt x="1243584" y="0"/>
                  </a:lnTo>
                  <a:cubicBezTo>
                    <a:pt x="1258951" y="0"/>
                    <a:pt x="1271397" y="12446"/>
                    <a:pt x="1271397" y="27813"/>
                  </a:cubicBezTo>
                  <a:cubicBezTo>
                    <a:pt x="1271397" y="43180"/>
                    <a:pt x="1258951" y="55626"/>
                    <a:pt x="1243584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9" name="Group 219"/>
          <p:cNvGrpSpPr/>
          <p:nvPr/>
        </p:nvGrpSpPr>
        <p:grpSpPr>
          <a:xfrm>
            <a:off x="10688776" y="4627470"/>
            <a:ext cx="953570" cy="41762"/>
            <a:chOff x="0" y="0"/>
            <a:chExt cx="1271427" cy="55683"/>
          </a:xfrm>
        </p:grpSpPr>
        <p:sp>
          <p:nvSpPr>
            <p:cNvPr id="220" name="Freeform 220"/>
            <p:cNvSpPr/>
            <p:nvPr/>
          </p:nvSpPr>
          <p:spPr>
            <a:xfrm>
              <a:off x="0" y="0"/>
              <a:ext cx="1271397" cy="55626"/>
            </a:xfrm>
            <a:custGeom>
              <a:avLst/>
              <a:gdLst/>
              <a:ahLst/>
              <a:cxnLst/>
              <a:rect l="l" t="t" r="r" b="b"/>
              <a:pathLst>
                <a:path w="1271397" h="55626">
                  <a:moveTo>
                    <a:pt x="27813" y="0"/>
                  </a:moveTo>
                  <a:lnTo>
                    <a:pt x="1243584" y="0"/>
                  </a:lnTo>
                  <a:cubicBezTo>
                    <a:pt x="1258951" y="0"/>
                    <a:pt x="1271397" y="12446"/>
                    <a:pt x="1271397" y="27813"/>
                  </a:cubicBezTo>
                  <a:cubicBezTo>
                    <a:pt x="1271397" y="43180"/>
                    <a:pt x="1258951" y="55626"/>
                    <a:pt x="1243584" y="55626"/>
                  </a:cubicBez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1" name="Group 221"/>
          <p:cNvGrpSpPr/>
          <p:nvPr/>
        </p:nvGrpSpPr>
        <p:grpSpPr>
          <a:xfrm>
            <a:off x="10688776" y="4822830"/>
            <a:ext cx="953570" cy="41762"/>
            <a:chOff x="0" y="0"/>
            <a:chExt cx="1271427" cy="55683"/>
          </a:xfrm>
        </p:grpSpPr>
        <p:sp>
          <p:nvSpPr>
            <p:cNvPr id="222" name="Freeform 222"/>
            <p:cNvSpPr/>
            <p:nvPr/>
          </p:nvSpPr>
          <p:spPr>
            <a:xfrm>
              <a:off x="0" y="127"/>
              <a:ext cx="1271397" cy="55626"/>
            </a:xfrm>
            <a:custGeom>
              <a:avLst/>
              <a:gdLst/>
              <a:ahLst/>
              <a:cxnLst/>
              <a:rect l="l" t="t" r="r" b="b"/>
              <a:pathLst>
                <a:path w="1271397" h="55626">
                  <a:moveTo>
                    <a:pt x="27813" y="0"/>
                  </a:moveTo>
                  <a:lnTo>
                    <a:pt x="1243584" y="0"/>
                  </a:lnTo>
                  <a:cubicBezTo>
                    <a:pt x="1258951" y="0"/>
                    <a:pt x="1271397" y="12446"/>
                    <a:pt x="1271397" y="27813"/>
                  </a:cubicBezTo>
                  <a:cubicBezTo>
                    <a:pt x="1271397" y="43180"/>
                    <a:pt x="1258951" y="55626"/>
                    <a:pt x="1243584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3" name="Group 223"/>
          <p:cNvGrpSpPr/>
          <p:nvPr/>
        </p:nvGrpSpPr>
        <p:grpSpPr>
          <a:xfrm>
            <a:off x="12200890" y="4822830"/>
            <a:ext cx="1897960" cy="41762"/>
            <a:chOff x="0" y="0"/>
            <a:chExt cx="2530613" cy="55683"/>
          </a:xfrm>
        </p:grpSpPr>
        <p:sp>
          <p:nvSpPr>
            <p:cNvPr id="224" name="Freeform 224"/>
            <p:cNvSpPr/>
            <p:nvPr/>
          </p:nvSpPr>
          <p:spPr>
            <a:xfrm>
              <a:off x="0" y="127"/>
              <a:ext cx="2530602" cy="55626"/>
            </a:xfrm>
            <a:custGeom>
              <a:avLst/>
              <a:gdLst/>
              <a:ahLst/>
              <a:cxnLst/>
              <a:rect l="l" t="t" r="r" b="b"/>
              <a:pathLst>
                <a:path w="2530602" h="55626">
                  <a:moveTo>
                    <a:pt x="27813" y="0"/>
                  </a:moveTo>
                  <a:lnTo>
                    <a:pt x="2502789" y="0"/>
                  </a:lnTo>
                  <a:cubicBezTo>
                    <a:pt x="2518156" y="0"/>
                    <a:pt x="2530602" y="12446"/>
                    <a:pt x="2530602" y="27813"/>
                  </a:cubicBezTo>
                  <a:cubicBezTo>
                    <a:pt x="2530602" y="43180"/>
                    <a:pt x="2518156" y="55626"/>
                    <a:pt x="2502789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8AE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" name="Group 225"/>
          <p:cNvGrpSpPr/>
          <p:nvPr/>
        </p:nvGrpSpPr>
        <p:grpSpPr>
          <a:xfrm>
            <a:off x="13301910" y="4627470"/>
            <a:ext cx="796882" cy="41762"/>
            <a:chOff x="0" y="0"/>
            <a:chExt cx="1062509" cy="55683"/>
          </a:xfrm>
        </p:grpSpPr>
        <p:sp>
          <p:nvSpPr>
            <p:cNvPr id="226" name="Freeform 226"/>
            <p:cNvSpPr/>
            <p:nvPr/>
          </p:nvSpPr>
          <p:spPr>
            <a:xfrm>
              <a:off x="127" y="0"/>
              <a:ext cx="1062355" cy="55626"/>
            </a:xfrm>
            <a:custGeom>
              <a:avLst/>
              <a:gdLst/>
              <a:ahLst/>
              <a:cxnLst/>
              <a:rect l="l" t="t" r="r" b="b"/>
              <a:pathLst>
                <a:path w="1062355" h="55626">
                  <a:moveTo>
                    <a:pt x="27813" y="0"/>
                  </a:moveTo>
                  <a:lnTo>
                    <a:pt x="1034542" y="0"/>
                  </a:lnTo>
                  <a:cubicBezTo>
                    <a:pt x="1049909" y="0"/>
                    <a:pt x="1062355" y="12446"/>
                    <a:pt x="1062355" y="27813"/>
                  </a:cubicBezTo>
                  <a:cubicBezTo>
                    <a:pt x="1062355" y="43180"/>
                    <a:pt x="1049909" y="55626"/>
                    <a:pt x="1034542" y="55626"/>
                  </a:cubicBezTo>
                  <a:lnTo>
                    <a:pt x="27813" y="55626"/>
                  </a:lnTo>
                  <a:cubicBezTo>
                    <a:pt x="12446" y="55626"/>
                    <a:pt x="0" y="43180"/>
                    <a:pt x="0" y="27813"/>
                  </a:cubicBezTo>
                  <a:cubicBezTo>
                    <a:pt x="0" y="12446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8AE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7" name="Group 227"/>
          <p:cNvGrpSpPr/>
          <p:nvPr/>
        </p:nvGrpSpPr>
        <p:grpSpPr>
          <a:xfrm>
            <a:off x="13757788" y="4425948"/>
            <a:ext cx="340978" cy="41762"/>
            <a:chOff x="0" y="0"/>
            <a:chExt cx="454637" cy="55683"/>
          </a:xfrm>
        </p:grpSpPr>
        <p:sp>
          <p:nvSpPr>
            <p:cNvPr id="228" name="Freeform 228"/>
            <p:cNvSpPr/>
            <p:nvPr/>
          </p:nvSpPr>
          <p:spPr>
            <a:xfrm>
              <a:off x="127" y="127"/>
              <a:ext cx="454406" cy="55626"/>
            </a:xfrm>
            <a:custGeom>
              <a:avLst/>
              <a:gdLst/>
              <a:ahLst/>
              <a:cxnLst/>
              <a:rect l="l" t="t" r="r" b="b"/>
              <a:pathLst>
                <a:path w="454406" h="55626">
                  <a:moveTo>
                    <a:pt x="27813" y="0"/>
                  </a:moveTo>
                  <a:lnTo>
                    <a:pt x="426593" y="0"/>
                  </a:lnTo>
                  <a:cubicBezTo>
                    <a:pt x="441960" y="0"/>
                    <a:pt x="454406" y="12446"/>
                    <a:pt x="454406" y="27813"/>
                  </a:cubicBezTo>
                  <a:cubicBezTo>
                    <a:pt x="454406" y="43180"/>
                    <a:pt x="441960" y="55626"/>
                    <a:pt x="426593" y="55626"/>
                  </a:cubicBezTo>
                  <a:lnTo>
                    <a:pt x="27813" y="55626"/>
                  </a:lnTo>
                  <a:cubicBezTo>
                    <a:pt x="12446" y="55499"/>
                    <a:pt x="0" y="43053"/>
                    <a:pt x="0" y="27813"/>
                  </a:cubicBezTo>
                  <a:cubicBezTo>
                    <a:pt x="0" y="12573"/>
                    <a:pt x="12446" y="0"/>
                    <a:pt x="27813" y="0"/>
                  </a:cubicBezTo>
                  <a:close/>
                </a:path>
              </a:pathLst>
            </a:custGeom>
            <a:solidFill>
              <a:srgbClr val="C8AE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9" name="Group 229"/>
          <p:cNvGrpSpPr/>
          <p:nvPr/>
        </p:nvGrpSpPr>
        <p:grpSpPr>
          <a:xfrm>
            <a:off x="15204014" y="2620738"/>
            <a:ext cx="2228596" cy="3468802"/>
            <a:chOff x="0" y="0"/>
            <a:chExt cx="2971461" cy="4625069"/>
          </a:xfrm>
        </p:grpSpPr>
        <p:sp>
          <p:nvSpPr>
            <p:cNvPr id="230" name="Freeform 230"/>
            <p:cNvSpPr/>
            <p:nvPr/>
          </p:nvSpPr>
          <p:spPr>
            <a:xfrm>
              <a:off x="0" y="0"/>
              <a:ext cx="2971419" cy="4625086"/>
            </a:xfrm>
            <a:custGeom>
              <a:avLst/>
              <a:gdLst/>
              <a:ahLst/>
              <a:cxnLst/>
              <a:rect l="l" t="t" r="r" b="b"/>
              <a:pathLst>
                <a:path w="2971419" h="4625086">
                  <a:moveTo>
                    <a:pt x="151638" y="127"/>
                  </a:moveTo>
                  <a:cubicBezTo>
                    <a:pt x="67691" y="127"/>
                    <a:pt x="0" y="67691"/>
                    <a:pt x="0" y="151638"/>
                  </a:cubicBezTo>
                  <a:lnTo>
                    <a:pt x="0" y="4473448"/>
                  </a:lnTo>
                  <a:cubicBezTo>
                    <a:pt x="0" y="4557395"/>
                    <a:pt x="67691" y="4625086"/>
                    <a:pt x="151638" y="4625086"/>
                  </a:cubicBezTo>
                  <a:lnTo>
                    <a:pt x="2819781" y="4625086"/>
                  </a:lnTo>
                  <a:cubicBezTo>
                    <a:pt x="2903728" y="4625086"/>
                    <a:pt x="2971419" y="4557522"/>
                    <a:pt x="2971419" y="4473448"/>
                  </a:cubicBezTo>
                  <a:lnTo>
                    <a:pt x="2971419" y="151638"/>
                  </a:lnTo>
                  <a:cubicBezTo>
                    <a:pt x="2971419" y="67691"/>
                    <a:pt x="2903855" y="0"/>
                    <a:pt x="2819781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1" name="Group 231"/>
          <p:cNvGrpSpPr/>
          <p:nvPr/>
        </p:nvGrpSpPr>
        <p:grpSpPr>
          <a:xfrm>
            <a:off x="15204014" y="2620738"/>
            <a:ext cx="2228596" cy="314902"/>
            <a:chOff x="0" y="0"/>
            <a:chExt cx="2971461" cy="419869"/>
          </a:xfrm>
        </p:grpSpPr>
        <p:sp>
          <p:nvSpPr>
            <p:cNvPr id="232" name="Freeform 232"/>
            <p:cNvSpPr/>
            <p:nvPr/>
          </p:nvSpPr>
          <p:spPr>
            <a:xfrm>
              <a:off x="0" y="0"/>
              <a:ext cx="2971419" cy="419862"/>
            </a:xfrm>
            <a:custGeom>
              <a:avLst/>
              <a:gdLst/>
              <a:ahLst/>
              <a:cxnLst/>
              <a:rect l="l" t="t" r="r" b="b"/>
              <a:pathLst>
                <a:path w="2971419" h="419862">
                  <a:moveTo>
                    <a:pt x="114300" y="127"/>
                  </a:moveTo>
                  <a:cubicBezTo>
                    <a:pt x="51308" y="127"/>
                    <a:pt x="0" y="51308"/>
                    <a:pt x="0" y="114300"/>
                  </a:cubicBezTo>
                  <a:lnTo>
                    <a:pt x="0" y="419862"/>
                  </a:lnTo>
                  <a:lnTo>
                    <a:pt x="2971419" y="419862"/>
                  </a:lnTo>
                  <a:lnTo>
                    <a:pt x="2971419" y="114300"/>
                  </a:lnTo>
                  <a:cubicBezTo>
                    <a:pt x="2971419" y="51308"/>
                    <a:pt x="2920111" y="0"/>
                    <a:pt x="2857119" y="0"/>
                  </a:cubicBezTo>
                  <a:close/>
                </a:path>
              </a:pathLst>
            </a:custGeom>
            <a:solidFill>
              <a:srgbClr val="C8AEF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3" name="Group 233"/>
          <p:cNvGrpSpPr/>
          <p:nvPr/>
        </p:nvGrpSpPr>
        <p:grpSpPr>
          <a:xfrm>
            <a:off x="15324730" y="3030084"/>
            <a:ext cx="1992406" cy="2956252"/>
            <a:chOff x="0" y="0"/>
            <a:chExt cx="2656541" cy="3941669"/>
          </a:xfrm>
        </p:grpSpPr>
        <p:sp>
          <p:nvSpPr>
            <p:cNvPr id="234" name="Freeform 234"/>
            <p:cNvSpPr/>
            <p:nvPr/>
          </p:nvSpPr>
          <p:spPr>
            <a:xfrm>
              <a:off x="0" y="0"/>
              <a:ext cx="2656459" cy="3941699"/>
            </a:xfrm>
            <a:custGeom>
              <a:avLst/>
              <a:gdLst/>
              <a:ahLst/>
              <a:cxnLst/>
              <a:rect l="l" t="t" r="r" b="b"/>
              <a:pathLst>
                <a:path w="2656459" h="3941699">
                  <a:moveTo>
                    <a:pt x="2535174" y="3941699"/>
                  </a:moveTo>
                  <a:lnTo>
                    <a:pt x="123571" y="3941699"/>
                  </a:lnTo>
                  <a:cubicBezTo>
                    <a:pt x="56007" y="3941699"/>
                    <a:pt x="0" y="3888105"/>
                    <a:pt x="0" y="3820414"/>
                  </a:cubicBezTo>
                  <a:lnTo>
                    <a:pt x="0" y="121285"/>
                  </a:lnTo>
                  <a:cubicBezTo>
                    <a:pt x="0" y="53594"/>
                    <a:pt x="56007" y="0"/>
                    <a:pt x="123571" y="0"/>
                  </a:cubicBezTo>
                  <a:lnTo>
                    <a:pt x="2535174" y="0"/>
                  </a:lnTo>
                  <a:cubicBezTo>
                    <a:pt x="2602865" y="0"/>
                    <a:pt x="2656459" y="53594"/>
                    <a:pt x="2656459" y="121285"/>
                  </a:cubicBezTo>
                  <a:lnTo>
                    <a:pt x="2656459" y="3820414"/>
                  </a:lnTo>
                  <a:cubicBezTo>
                    <a:pt x="2656459" y="3888105"/>
                    <a:pt x="2602865" y="3941699"/>
                    <a:pt x="2535174" y="3941699"/>
                  </a:cubicBezTo>
                  <a:close/>
                </a:path>
              </a:pathLst>
            </a:custGeom>
            <a:solidFill>
              <a:srgbClr val="24086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" name="Group 235"/>
          <p:cNvGrpSpPr/>
          <p:nvPr/>
        </p:nvGrpSpPr>
        <p:grpSpPr>
          <a:xfrm>
            <a:off x="15811006" y="2725670"/>
            <a:ext cx="106768" cy="54328"/>
            <a:chOff x="0" y="0"/>
            <a:chExt cx="142357" cy="72437"/>
          </a:xfrm>
        </p:grpSpPr>
        <p:sp>
          <p:nvSpPr>
            <p:cNvPr id="236" name="Freeform 236"/>
            <p:cNvSpPr/>
            <p:nvPr/>
          </p:nvSpPr>
          <p:spPr>
            <a:xfrm>
              <a:off x="0" y="127"/>
              <a:ext cx="142240" cy="72263"/>
            </a:xfrm>
            <a:custGeom>
              <a:avLst/>
              <a:gdLst/>
              <a:ahLst/>
              <a:cxnLst/>
              <a:rect l="l" t="t" r="r" b="b"/>
              <a:pathLst>
                <a:path w="142240" h="72263">
                  <a:moveTo>
                    <a:pt x="69977" y="0"/>
                  </a:moveTo>
                  <a:cubicBezTo>
                    <a:pt x="30353" y="0"/>
                    <a:pt x="0" y="30226"/>
                    <a:pt x="0" y="69977"/>
                  </a:cubicBezTo>
                  <a:lnTo>
                    <a:pt x="0" y="72263"/>
                  </a:lnTo>
                  <a:cubicBezTo>
                    <a:pt x="0" y="32639"/>
                    <a:pt x="30353" y="0"/>
                    <a:pt x="69977" y="0"/>
                  </a:cubicBezTo>
                  <a:close/>
                  <a:cubicBezTo>
                    <a:pt x="109601" y="0"/>
                    <a:pt x="142240" y="32639"/>
                    <a:pt x="142240" y="72263"/>
                  </a:cubicBezTo>
                  <a:lnTo>
                    <a:pt x="142240" y="69977"/>
                  </a:lnTo>
                  <a:cubicBezTo>
                    <a:pt x="142240" y="30226"/>
                    <a:pt x="109601" y="0"/>
                    <a:pt x="69977" y="0"/>
                  </a:cubicBezTo>
                  <a:close/>
                </a:path>
              </a:pathLst>
            </a:custGeom>
            <a:solidFill>
              <a:srgbClr val="84FA9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7" name="Group 237"/>
          <p:cNvGrpSpPr/>
          <p:nvPr/>
        </p:nvGrpSpPr>
        <p:grpSpPr>
          <a:xfrm>
            <a:off x="15420906" y="3376396"/>
            <a:ext cx="1415198" cy="33300"/>
            <a:chOff x="0" y="0"/>
            <a:chExt cx="1886931" cy="44400"/>
          </a:xfrm>
        </p:grpSpPr>
        <p:sp>
          <p:nvSpPr>
            <p:cNvPr id="238" name="Freeform 238"/>
            <p:cNvSpPr/>
            <p:nvPr/>
          </p:nvSpPr>
          <p:spPr>
            <a:xfrm>
              <a:off x="127" y="127"/>
              <a:ext cx="1886839" cy="44323"/>
            </a:xfrm>
            <a:custGeom>
              <a:avLst/>
              <a:gdLst/>
              <a:ahLst/>
              <a:cxnLst/>
              <a:rect l="l" t="t" r="r" b="b"/>
              <a:pathLst>
                <a:path w="1886839" h="44323">
                  <a:moveTo>
                    <a:pt x="23241" y="0"/>
                  </a:moveTo>
                  <a:cubicBezTo>
                    <a:pt x="9271" y="0"/>
                    <a:pt x="0" y="9271"/>
                    <a:pt x="0" y="20955"/>
                  </a:cubicBezTo>
                  <a:cubicBezTo>
                    <a:pt x="0" y="34925"/>
                    <a:pt x="9271" y="44323"/>
                    <a:pt x="23241" y="44323"/>
                  </a:cubicBezTo>
                  <a:lnTo>
                    <a:pt x="1865757" y="44323"/>
                  </a:lnTo>
                  <a:cubicBezTo>
                    <a:pt x="1877441" y="44323"/>
                    <a:pt x="1886839" y="34925"/>
                    <a:pt x="1886839" y="20955"/>
                  </a:cubicBezTo>
                  <a:cubicBezTo>
                    <a:pt x="1886839" y="9271"/>
                    <a:pt x="1877441" y="0"/>
                    <a:pt x="1865757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9" name="Group 239"/>
          <p:cNvGrpSpPr/>
          <p:nvPr/>
        </p:nvGrpSpPr>
        <p:grpSpPr>
          <a:xfrm>
            <a:off x="16923516" y="3376396"/>
            <a:ext cx="136502" cy="33300"/>
            <a:chOff x="0" y="0"/>
            <a:chExt cx="182003" cy="44400"/>
          </a:xfrm>
        </p:grpSpPr>
        <p:sp>
          <p:nvSpPr>
            <p:cNvPr id="240" name="Freeform 240"/>
            <p:cNvSpPr/>
            <p:nvPr/>
          </p:nvSpPr>
          <p:spPr>
            <a:xfrm>
              <a:off x="127" y="127"/>
              <a:ext cx="181737" cy="44323"/>
            </a:xfrm>
            <a:custGeom>
              <a:avLst/>
              <a:gdLst/>
              <a:ahLst/>
              <a:cxnLst/>
              <a:rect l="l" t="t" r="r" b="b"/>
              <a:pathLst>
                <a:path w="181737" h="44323">
                  <a:moveTo>
                    <a:pt x="20955" y="0"/>
                  </a:moveTo>
                  <a:cubicBezTo>
                    <a:pt x="9271" y="0"/>
                    <a:pt x="0" y="9271"/>
                    <a:pt x="0" y="20955"/>
                  </a:cubicBezTo>
                  <a:cubicBezTo>
                    <a:pt x="0" y="34925"/>
                    <a:pt x="9271" y="44323"/>
                    <a:pt x="20955" y="44323"/>
                  </a:cubicBezTo>
                  <a:lnTo>
                    <a:pt x="158496" y="44323"/>
                  </a:lnTo>
                  <a:cubicBezTo>
                    <a:pt x="170180" y="44323"/>
                    <a:pt x="181737" y="34925"/>
                    <a:pt x="181737" y="20955"/>
                  </a:cubicBezTo>
                  <a:cubicBezTo>
                    <a:pt x="181737" y="9271"/>
                    <a:pt x="170180" y="0"/>
                    <a:pt x="158496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1" name="Group 241"/>
          <p:cNvGrpSpPr/>
          <p:nvPr/>
        </p:nvGrpSpPr>
        <p:grpSpPr>
          <a:xfrm>
            <a:off x="17112456" y="3376396"/>
            <a:ext cx="110228" cy="33300"/>
            <a:chOff x="0" y="0"/>
            <a:chExt cx="146971" cy="44400"/>
          </a:xfrm>
        </p:grpSpPr>
        <p:sp>
          <p:nvSpPr>
            <p:cNvPr id="242" name="Freeform 242"/>
            <p:cNvSpPr/>
            <p:nvPr/>
          </p:nvSpPr>
          <p:spPr>
            <a:xfrm>
              <a:off x="0" y="127"/>
              <a:ext cx="146939" cy="44323"/>
            </a:xfrm>
            <a:custGeom>
              <a:avLst/>
              <a:gdLst/>
              <a:ahLst/>
              <a:cxnLst/>
              <a:rect l="l" t="t" r="r" b="b"/>
              <a:pathLst>
                <a:path w="146939" h="44323">
                  <a:moveTo>
                    <a:pt x="20955" y="0"/>
                  </a:moveTo>
                  <a:cubicBezTo>
                    <a:pt x="9398" y="0"/>
                    <a:pt x="0" y="9271"/>
                    <a:pt x="0" y="20955"/>
                  </a:cubicBezTo>
                  <a:cubicBezTo>
                    <a:pt x="0" y="34925"/>
                    <a:pt x="9398" y="44323"/>
                    <a:pt x="20955" y="44323"/>
                  </a:cubicBezTo>
                  <a:lnTo>
                    <a:pt x="123571" y="44323"/>
                  </a:lnTo>
                  <a:cubicBezTo>
                    <a:pt x="137541" y="44323"/>
                    <a:pt x="146939" y="34925"/>
                    <a:pt x="146939" y="20955"/>
                  </a:cubicBezTo>
                  <a:cubicBezTo>
                    <a:pt x="146939" y="9271"/>
                    <a:pt x="137541" y="0"/>
                    <a:pt x="123571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3" name="Group 243"/>
          <p:cNvGrpSpPr/>
          <p:nvPr/>
        </p:nvGrpSpPr>
        <p:grpSpPr>
          <a:xfrm>
            <a:off x="15420906" y="3532090"/>
            <a:ext cx="809988" cy="33300"/>
            <a:chOff x="0" y="0"/>
            <a:chExt cx="1079984" cy="44400"/>
          </a:xfrm>
        </p:grpSpPr>
        <p:sp>
          <p:nvSpPr>
            <p:cNvPr id="244" name="Freeform 244"/>
            <p:cNvSpPr/>
            <p:nvPr/>
          </p:nvSpPr>
          <p:spPr>
            <a:xfrm>
              <a:off x="127" y="127"/>
              <a:ext cx="1079754" cy="44196"/>
            </a:xfrm>
            <a:custGeom>
              <a:avLst/>
              <a:gdLst/>
              <a:ahLst/>
              <a:cxnLst/>
              <a:rect l="l" t="t" r="r" b="b"/>
              <a:pathLst>
                <a:path w="1079754" h="44196">
                  <a:moveTo>
                    <a:pt x="23241" y="0"/>
                  </a:moveTo>
                  <a:cubicBezTo>
                    <a:pt x="9271" y="0"/>
                    <a:pt x="0" y="9271"/>
                    <a:pt x="0" y="23241"/>
                  </a:cubicBezTo>
                  <a:cubicBezTo>
                    <a:pt x="0" y="34925"/>
                    <a:pt x="9271" y="44196"/>
                    <a:pt x="23241" y="44196"/>
                  </a:cubicBezTo>
                  <a:lnTo>
                    <a:pt x="1056513" y="44196"/>
                  </a:lnTo>
                  <a:cubicBezTo>
                    <a:pt x="1070483" y="44196"/>
                    <a:pt x="1079754" y="34925"/>
                    <a:pt x="1079754" y="23241"/>
                  </a:cubicBezTo>
                  <a:cubicBezTo>
                    <a:pt x="1079754" y="9271"/>
                    <a:pt x="1070483" y="0"/>
                    <a:pt x="1056513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" name="Group 245"/>
          <p:cNvGrpSpPr/>
          <p:nvPr/>
        </p:nvGrpSpPr>
        <p:grpSpPr>
          <a:xfrm>
            <a:off x="16244788" y="3532090"/>
            <a:ext cx="255488" cy="33300"/>
            <a:chOff x="0" y="0"/>
            <a:chExt cx="340651" cy="44400"/>
          </a:xfrm>
        </p:grpSpPr>
        <p:sp>
          <p:nvSpPr>
            <p:cNvPr id="246" name="Freeform 246"/>
            <p:cNvSpPr/>
            <p:nvPr/>
          </p:nvSpPr>
          <p:spPr>
            <a:xfrm>
              <a:off x="127" y="127"/>
              <a:ext cx="340487" cy="44196"/>
            </a:xfrm>
            <a:custGeom>
              <a:avLst/>
              <a:gdLst/>
              <a:ahLst/>
              <a:cxnLst/>
              <a:rect l="l" t="t" r="r" b="b"/>
              <a:pathLst>
                <a:path w="340487" h="44196">
                  <a:moveTo>
                    <a:pt x="20955" y="0"/>
                  </a:moveTo>
                  <a:cubicBezTo>
                    <a:pt x="9271" y="0"/>
                    <a:pt x="0" y="9271"/>
                    <a:pt x="0" y="23241"/>
                  </a:cubicBezTo>
                  <a:cubicBezTo>
                    <a:pt x="0" y="34925"/>
                    <a:pt x="9271" y="44196"/>
                    <a:pt x="20955" y="44196"/>
                  </a:cubicBezTo>
                  <a:lnTo>
                    <a:pt x="319532" y="44196"/>
                  </a:lnTo>
                  <a:cubicBezTo>
                    <a:pt x="331216" y="44196"/>
                    <a:pt x="340487" y="34925"/>
                    <a:pt x="340487" y="23241"/>
                  </a:cubicBezTo>
                  <a:cubicBezTo>
                    <a:pt x="340487" y="9271"/>
                    <a:pt x="331216" y="0"/>
                    <a:pt x="319532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7" name="Group 247"/>
          <p:cNvGrpSpPr/>
          <p:nvPr/>
        </p:nvGrpSpPr>
        <p:grpSpPr>
          <a:xfrm>
            <a:off x="16328796" y="3621290"/>
            <a:ext cx="171478" cy="35030"/>
            <a:chOff x="0" y="0"/>
            <a:chExt cx="228637" cy="46707"/>
          </a:xfrm>
        </p:grpSpPr>
        <p:sp>
          <p:nvSpPr>
            <p:cNvPr id="248" name="Freeform 248"/>
            <p:cNvSpPr/>
            <p:nvPr/>
          </p:nvSpPr>
          <p:spPr>
            <a:xfrm>
              <a:off x="0" y="127"/>
              <a:ext cx="228600" cy="46609"/>
            </a:xfrm>
            <a:custGeom>
              <a:avLst/>
              <a:gdLst/>
              <a:ahLst/>
              <a:cxnLst/>
              <a:rect l="l" t="t" r="r" b="b"/>
              <a:pathLst>
                <a:path w="228600" h="46609">
                  <a:moveTo>
                    <a:pt x="23368" y="0"/>
                  </a:moveTo>
                  <a:cubicBezTo>
                    <a:pt x="9398" y="0"/>
                    <a:pt x="0" y="11557"/>
                    <a:pt x="0" y="23241"/>
                  </a:cubicBezTo>
                  <a:cubicBezTo>
                    <a:pt x="0" y="37338"/>
                    <a:pt x="9398" y="46609"/>
                    <a:pt x="23368" y="46609"/>
                  </a:cubicBezTo>
                  <a:lnTo>
                    <a:pt x="207645" y="46609"/>
                  </a:lnTo>
                  <a:cubicBezTo>
                    <a:pt x="219329" y="46609"/>
                    <a:pt x="228600" y="34925"/>
                    <a:pt x="228600" y="23241"/>
                  </a:cubicBezTo>
                  <a:cubicBezTo>
                    <a:pt x="228600" y="11557"/>
                    <a:pt x="219329" y="0"/>
                    <a:pt x="207645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9" name="Group 249"/>
          <p:cNvGrpSpPr/>
          <p:nvPr/>
        </p:nvGrpSpPr>
        <p:grpSpPr>
          <a:xfrm>
            <a:off x="16244788" y="3621290"/>
            <a:ext cx="50814" cy="35030"/>
            <a:chOff x="0" y="0"/>
            <a:chExt cx="67752" cy="46707"/>
          </a:xfrm>
        </p:grpSpPr>
        <p:sp>
          <p:nvSpPr>
            <p:cNvPr id="250" name="Freeform 250"/>
            <p:cNvSpPr/>
            <p:nvPr/>
          </p:nvSpPr>
          <p:spPr>
            <a:xfrm>
              <a:off x="127" y="127"/>
              <a:ext cx="67564" cy="46609"/>
            </a:xfrm>
            <a:custGeom>
              <a:avLst/>
              <a:gdLst/>
              <a:ahLst/>
              <a:cxnLst/>
              <a:rect l="l" t="t" r="r" b="b"/>
              <a:pathLst>
                <a:path w="67564" h="46609">
                  <a:moveTo>
                    <a:pt x="23241" y="0"/>
                  </a:moveTo>
                  <a:cubicBezTo>
                    <a:pt x="11557" y="0"/>
                    <a:pt x="0" y="11557"/>
                    <a:pt x="0" y="23241"/>
                  </a:cubicBezTo>
                  <a:cubicBezTo>
                    <a:pt x="0" y="37338"/>
                    <a:pt x="11684" y="46609"/>
                    <a:pt x="23368" y="46609"/>
                  </a:cubicBezTo>
                  <a:lnTo>
                    <a:pt x="44323" y="46609"/>
                  </a:lnTo>
                  <a:cubicBezTo>
                    <a:pt x="56007" y="46609"/>
                    <a:pt x="67564" y="34925"/>
                    <a:pt x="67564" y="23241"/>
                  </a:cubicBezTo>
                  <a:cubicBezTo>
                    <a:pt x="67564" y="11557"/>
                    <a:pt x="58293" y="0"/>
                    <a:pt x="44323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1" name="Group 251"/>
          <p:cNvGrpSpPr/>
          <p:nvPr/>
        </p:nvGrpSpPr>
        <p:grpSpPr>
          <a:xfrm>
            <a:off x="16043628" y="3621290"/>
            <a:ext cx="154016" cy="35030"/>
            <a:chOff x="0" y="0"/>
            <a:chExt cx="205355" cy="46707"/>
          </a:xfrm>
        </p:grpSpPr>
        <p:sp>
          <p:nvSpPr>
            <p:cNvPr id="252" name="Freeform 252"/>
            <p:cNvSpPr/>
            <p:nvPr/>
          </p:nvSpPr>
          <p:spPr>
            <a:xfrm>
              <a:off x="127" y="127"/>
              <a:ext cx="205105" cy="46609"/>
            </a:xfrm>
            <a:custGeom>
              <a:avLst/>
              <a:gdLst/>
              <a:ahLst/>
              <a:cxnLst/>
              <a:rect l="l" t="t" r="r" b="b"/>
              <a:pathLst>
                <a:path w="205105" h="46609">
                  <a:moveTo>
                    <a:pt x="20955" y="0"/>
                  </a:moveTo>
                  <a:cubicBezTo>
                    <a:pt x="9271" y="0"/>
                    <a:pt x="0" y="11557"/>
                    <a:pt x="0" y="23241"/>
                  </a:cubicBezTo>
                  <a:cubicBezTo>
                    <a:pt x="0" y="37338"/>
                    <a:pt x="9271" y="46609"/>
                    <a:pt x="20955" y="46609"/>
                  </a:cubicBezTo>
                  <a:lnTo>
                    <a:pt x="184150" y="46609"/>
                  </a:lnTo>
                  <a:cubicBezTo>
                    <a:pt x="195834" y="46609"/>
                    <a:pt x="205105" y="34925"/>
                    <a:pt x="205105" y="23241"/>
                  </a:cubicBezTo>
                  <a:cubicBezTo>
                    <a:pt x="205105" y="11557"/>
                    <a:pt x="195834" y="0"/>
                    <a:pt x="184150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3" name="Group 253"/>
          <p:cNvGrpSpPr/>
          <p:nvPr/>
        </p:nvGrpSpPr>
        <p:grpSpPr>
          <a:xfrm>
            <a:off x="15825006" y="3621290"/>
            <a:ext cx="155746" cy="35030"/>
            <a:chOff x="0" y="0"/>
            <a:chExt cx="207661" cy="46707"/>
          </a:xfrm>
        </p:grpSpPr>
        <p:sp>
          <p:nvSpPr>
            <p:cNvPr id="254" name="Freeform 254"/>
            <p:cNvSpPr/>
            <p:nvPr/>
          </p:nvSpPr>
          <p:spPr>
            <a:xfrm>
              <a:off x="0" y="127"/>
              <a:ext cx="207645" cy="46609"/>
            </a:xfrm>
            <a:custGeom>
              <a:avLst/>
              <a:gdLst/>
              <a:ahLst/>
              <a:cxnLst/>
              <a:rect l="l" t="t" r="r" b="b"/>
              <a:pathLst>
                <a:path w="207645" h="46609">
                  <a:moveTo>
                    <a:pt x="20955" y="0"/>
                  </a:moveTo>
                  <a:cubicBezTo>
                    <a:pt x="9398" y="0"/>
                    <a:pt x="0" y="11557"/>
                    <a:pt x="0" y="23241"/>
                  </a:cubicBezTo>
                  <a:cubicBezTo>
                    <a:pt x="0" y="37338"/>
                    <a:pt x="9398" y="46609"/>
                    <a:pt x="20955" y="46609"/>
                  </a:cubicBezTo>
                  <a:lnTo>
                    <a:pt x="184277" y="46609"/>
                  </a:lnTo>
                  <a:cubicBezTo>
                    <a:pt x="195961" y="46609"/>
                    <a:pt x="207645" y="34925"/>
                    <a:pt x="205359" y="23241"/>
                  </a:cubicBezTo>
                  <a:cubicBezTo>
                    <a:pt x="205359" y="11684"/>
                    <a:pt x="195961" y="0"/>
                    <a:pt x="184277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5" name="Group 255"/>
          <p:cNvGrpSpPr/>
          <p:nvPr/>
        </p:nvGrpSpPr>
        <p:grpSpPr>
          <a:xfrm>
            <a:off x="15606332" y="3621290"/>
            <a:ext cx="155746" cy="35030"/>
            <a:chOff x="0" y="0"/>
            <a:chExt cx="207661" cy="46707"/>
          </a:xfrm>
        </p:grpSpPr>
        <p:sp>
          <p:nvSpPr>
            <p:cNvPr id="256" name="Freeform 256"/>
            <p:cNvSpPr/>
            <p:nvPr/>
          </p:nvSpPr>
          <p:spPr>
            <a:xfrm>
              <a:off x="127" y="127"/>
              <a:ext cx="207391" cy="46609"/>
            </a:xfrm>
            <a:custGeom>
              <a:avLst/>
              <a:gdLst/>
              <a:ahLst/>
              <a:cxnLst/>
              <a:rect l="l" t="t" r="r" b="b"/>
              <a:pathLst>
                <a:path w="207391" h="46609">
                  <a:moveTo>
                    <a:pt x="20955" y="0"/>
                  </a:moveTo>
                  <a:cubicBezTo>
                    <a:pt x="9271" y="0"/>
                    <a:pt x="0" y="11557"/>
                    <a:pt x="0" y="23241"/>
                  </a:cubicBezTo>
                  <a:cubicBezTo>
                    <a:pt x="0" y="37338"/>
                    <a:pt x="9271" y="46609"/>
                    <a:pt x="20955" y="46609"/>
                  </a:cubicBezTo>
                  <a:lnTo>
                    <a:pt x="184150" y="46609"/>
                  </a:lnTo>
                  <a:cubicBezTo>
                    <a:pt x="195834" y="46609"/>
                    <a:pt x="207391" y="34925"/>
                    <a:pt x="207391" y="23241"/>
                  </a:cubicBezTo>
                  <a:cubicBezTo>
                    <a:pt x="207391" y="11557"/>
                    <a:pt x="195834" y="0"/>
                    <a:pt x="184150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7" name="Group 257"/>
          <p:cNvGrpSpPr/>
          <p:nvPr/>
        </p:nvGrpSpPr>
        <p:grpSpPr>
          <a:xfrm>
            <a:off x="15606332" y="3731518"/>
            <a:ext cx="1313726" cy="33300"/>
            <a:chOff x="0" y="0"/>
            <a:chExt cx="1751635" cy="44400"/>
          </a:xfrm>
        </p:grpSpPr>
        <p:sp>
          <p:nvSpPr>
            <p:cNvPr id="258" name="Freeform 258"/>
            <p:cNvSpPr/>
            <p:nvPr/>
          </p:nvSpPr>
          <p:spPr>
            <a:xfrm>
              <a:off x="127" y="0"/>
              <a:ext cx="1751584" cy="44323"/>
            </a:xfrm>
            <a:custGeom>
              <a:avLst/>
              <a:gdLst/>
              <a:ahLst/>
              <a:cxnLst/>
              <a:rect l="l" t="t" r="r" b="b"/>
              <a:pathLst>
                <a:path w="1751584" h="44323">
                  <a:moveTo>
                    <a:pt x="20955" y="0"/>
                  </a:moveTo>
                  <a:cubicBezTo>
                    <a:pt x="9271" y="0"/>
                    <a:pt x="0" y="9398"/>
                    <a:pt x="0" y="23368"/>
                  </a:cubicBezTo>
                  <a:cubicBezTo>
                    <a:pt x="0" y="35052"/>
                    <a:pt x="9271" y="44323"/>
                    <a:pt x="20955" y="44323"/>
                  </a:cubicBezTo>
                  <a:lnTo>
                    <a:pt x="1728216" y="44323"/>
                  </a:lnTo>
                  <a:cubicBezTo>
                    <a:pt x="1739900" y="44323"/>
                    <a:pt x="1751584" y="35052"/>
                    <a:pt x="1749171" y="23368"/>
                  </a:cubicBezTo>
                  <a:cubicBezTo>
                    <a:pt x="1749171" y="9398"/>
                    <a:pt x="1739773" y="0"/>
                    <a:pt x="1728216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9" name="Group 259"/>
          <p:cNvGrpSpPr/>
          <p:nvPr/>
        </p:nvGrpSpPr>
        <p:grpSpPr>
          <a:xfrm>
            <a:off x="15420906" y="3621290"/>
            <a:ext cx="78764" cy="35030"/>
            <a:chOff x="0" y="0"/>
            <a:chExt cx="105019" cy="46707"/>
          </a:xfrm>
        </p:grpSpPr>
        <p:sp>
          <p:nvSpPr>
            <p:cNvPr id="260" name="Freeform 260"/>
            <p:cNvSpPr/>
            <p:nvPr/>
          </p:nvSpPr>
          <p:spPr>
            <a:xfrm>
              <a:off x="127" y="127"/>
              <a:ext cx="104902" cy="46609"/>
            </a:xfrm>
            <a:custGeom>
              <a:avLst/>
              <a:gdLst/>
              <a:ahLst/>
              <a:cxnLst/>
              <a:rect l="l" t="t" r="r" b="b"/>
              <a:pathLst>
                <a:path w="104902" h="46609">
                  <a:moveTo>
                    <a:pt x="23241" y="0"/>
                  </a:moveTo>
                  <a:cubicBezTo>
                    <a:pt x="9271" y="0"/>
                    <a:pt x="0" y="11557"/>
                    <a:pt x="0" y="23241"/>
                  </a:cubicBezTo>
                  <a:cubicBezTo>
                    <a:pt x="0" y="37338"/>
                    <a:pt x="9271" y="46609"/>
                    <a:pt x="23241" y="46609"/>
                  </a:cubicBezTo>
                  <a:lnTo>
                    <a:pt x="81534" y="46609"/>
                  </a:lnTo>
                  <a:cubicBezTo>
                    <a:pt x="93218" y="46609"/>
                    <a:pt x="104902" y="34925"/>
                    <a:pt x="102489" y="23241"/>
                  </a:cubicBezTo>
                  <a:cubicBezTo>
                    <a:pt x="102489" y="11557"/>
                    <a:pt x="93218" y="0"/>
                    <a:pt x="81534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1" name="Group 261"/>
          <p:cNvGrpSpPr/>
          <p:nvPr/>
        </p:nvGrpSpPr>
        <p:grpSpPr>
          <a:xfrm>
            <a:off x="15420906" y="3731518"/>
            <a:ext cx="78764" cy="33300"/>
            <a:chOff x="0" y="0"/>
            <a:chExt cx="105019" cy="44400"/>
          </a:xfrm>
        </p:grpSpPr>
        <p:sp>
          <p:nvSpPr>
            <p:cNvPr id="262" name="Freeform 262"/>
            <p:cNvSpPr/>
            <p:nvPr/>
          </p:nvSpPr>
          <p:spPr>
            <a:xfrm>
              <a:off x="127" y="0"/>
              <a:ext cx="104902" cy="44323"/>
            </a:xfrm>
            <a:custGeom>
              <a:avLst/>
              <a:gdLst/>
              <a:ahLst/>
              <a:cxnLst/>
              <a:rect l="l" t="t" r="r" b="b"/>
              <a:pathLst>
                <a:path w="104902" h="44323">
                  <a:moveTo>
                    <a:pt x="23241" y="0"/>
                  </a:moveTo>
                  <a:cubicBezTo>
                    <a:pt x="9271" y="0"/>
                    <a:pt x="0" y="9398"/>
                    <a:pt x="0" y="23368"/>
                  </a:cubicBezTo>
                  <a:cubicBezTo>
                    <a:pt x="0" y="35052"/>
                    <a:pt x="9271" y="44323"/>
                    <a:pt x="23241" y="44323"/>
                  </a:cubicBezTo>
                  <a:lnTo>
                    <a:pt x="81534" y="44323"/>
                  </a:lnTo>
                  <a:cubicBezTo>
                    <a:pt x="93218" y="44323"/>
                    <a:pt x="104902" y="35052"/>
                    <a:pt x="102489" y="23368"/>
                  </a:cubicBezTo>
                  <a:cubicBezTo>
                    <a:pt x="102489" y="9398"/>
                    <a:pt x="93218" y="0"/>
                    <a:pt x="81534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3" name="Group 263"/>
          <p:cNvGrpSpPr/>
          <p:nvPr/>
        </p:nvGrpSpPr>
        <p:grpSpPr>
          <a:xfrm>
            <a:off x="15420906" y="3839964"/>
            <a:ext cx="78764" cy="35030"/>
            <a:chOff x="0" y="0"/>
            <a:chExt cx="105019" cy="46707"/>
          </a:xfrm>
        </p:grpSpPr>
        <p:sp>
          <p:nvSpPr>
            <p:cNvPr id="264" name="Freeform 264"/>
            <p:cNvSpPr/>
            <p:nvPr/>
          </p:nvSpPr>
          <p:spPr>
            <a:xfrm>
              <a:off x="127" y="127"/>
              <a:ext cx="104902" cy="46609"/>
            </a:xfrm>
            <a:custGeom>
              <a:avLst/>
              <a:gdLst/>
              <a:ahLst/>
              <a:cxnLst/>
              <a:rect l="l" t="t" r="r" b="b"/>
              <a:pathLst>
                <a:path w="104902" h="46609">
                  <a:moveTo>
                    <a:pt x="23241" y="0"/>
                  </a:moveTo>
                  <a:cubicBezTo>
                    <a:pt x="9271" y="0"/>
                    <a:pt x="0" y="11557"/>
                    <a:pt x="0" y="23241"/>
                  </a:cubicBezTo>
                  <a:cubicBezTo>
                    <a:pt x="0" y="34925"/>
                    <a:pt x="9271" y="46609"/>
                    <a:pt x="23241" y="46609"/>
                  </a:cubicBezTo>
                  <a:lnTo>
                    <a:pt x="81534" y="46609"/>
                  </a:lnTo>
                  <a:cubicBezTo>
                    <a:pt x="93218" y="46609"/>
                    <a:pt x="104902" y="34925"/>
                    <a:pt x="102489" y="23241"/>
                  </a:cubicBezTo>
                  <a:cubicBezTo>
                    <a:pt x="102489" y="11557"/>
                    <a:pt x="93218" y="0"/>
                    <a:pt x="81534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5" name="Group 265"/>
          <p:cNvGrpSpPr/>
          <p:nvPr/>
        </p:nvGrpSpPr>
        <p:grpSpPr>
          <a:xfrm>
            <a:off x="15420906" y="3950194"/>
            <a:ext cx="78764" cy="33246"/>
            <a:chOff x="0" y="0"/>
            <a:chExt cx="105019" cy="44328"/>
          </a:xfrm>
        </p:grpSpPr>
        <p:sp>
          <p:nvSpPr>
            <p:cNvPr id="266" name="Freeform 266"/>
            <p:cNvSpPr/>
            <p:nvPr/>
          </p:nvSpPr>
          <p:spPr>
            <a:xfrm>
              <a:off x="127" y="0"/>
              <a:ext cx="104902" cy="44323"/>
            </a:xfrm>
            <a:custGeom>
              <a:avLst/>
              <a:gdLst/>
              <a:ahLst/>
              <a:cxnLst/>
              <a:rect l="l" t="t" r="r" b="b"/>
              <a:pathLst>
                <a:path w="104902" h="44323">
                  <a:moveTo>
                    <a:pt x="23241" y="0"/>
                  </a:moveTo>
                  <a:cubicBezTo>
                    <a:pt x="9271" y="0"/>
                    <a:pt x="0" y="9271"/>
                    <a:pt x="0" y="20955"/>
                  </a:cubicBezTo>
                  <a:cubicBezTo>
                    <a:pt x="0" y="34925"/>
                    <a:pt x="9271" y="44323"/>
                    <a:pt x="23241" y="44323"/>
                  </a:cubicBezTo>
                  <a:lnTo>
                    <a:pt x="81534" y="44323"/>
                  </a:lnTo>
                  <a:cubicBezTo>
                    <a:pt x="93218" y="44323"/>
                    <a:pt x="104902" y="34925"/>
                    <a:pt x="102489" y="20955"/>
                  </a:cubicBezTo>
                  <a:cubicBezTo>
                    <a:pt x="102489" y="9271"/>
                    <a:pt x="93218" y="0"/>
                    <a:pt x="81534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" name="Group 267"/>
          <p:cNvGrpSpPr/>
          <p:nvPr/>
        </p:nvGrpSpPr>
        <p:grpSpPr>
          <a:xfrm>
            <a:off x="17000498" y="3731518"/>
            <a:ext cx="192454" cy="33300"/>
            <a:chOff x="0" y="0"/>
            <a:chExt cx="256605" cy="44400"/>
          </a:xfrm>
        </p:grpSpPr>
        <p:sp>
          <p:nvSpPr>
            <p:cNvPr id="268" name="Freeform 268"/>
            <p:cNvSpPr/>
            <p:nvPr/>
          </p:nvSpPr>
          <p:spPr>
            <a:xfrm>
              <a:off x="0" y="0"/>
              <a:ext cx="256667" cy="44323"/>
            </a:xfrm>
            <a:custGeom>
              <a:avLst/>
              <a:gdLst/>
              <a:ahLst/>
              <a:cxnLst/>
              <a:rect l="l" t="t" r="r" b="b"/>
              <a:pathLst>
                <a:path w="256667" h="44323">
                  <a:moveTo>
                    <a:pt x="20955" y="0"/>
                  </a:moveTo>
                  <a:cubicBezTo>
                    <a:pt x="9398" y="0"/>
                    <a:pt x="0" y="9398"/>
                    <a:pt x="0" y="23368"/>
                  </a:cubicBezTo>
                  <a:cubicBezTo>
                    <a:pt x="0" y="35052"/>
                    <a:pt x="9398" y="44323"/>
                    <a:pt x="20955" y="44323"/>
                  </a:cubicBezTo>
                  <a:lnTo>
                    <a:pt x="233299" y="44323"/>
                  </a:lnTo>
                  <a:cubicBezTo>
                    <a:pt x="244983" y="44323"/>
                    <a:pt x="256667" y="35052"/>
                    <a:pt x="256667" y="23368"/>
                  </a:cubicBezTo>
                  <a:cubicBezTo>
                    <a:pt x="256667" y="9398"/>
                    <a:pt x="247269" y="0"/>
                    <a:pt x="233299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9" name="Group 269"/>
          <p:cNvGrpSpPr/>
          <p:nvPr/>
        </p:nvGrpSpPr>
        <p:grpSpPr>
          <a:xfrm>
            <a:off x="15601088" y="3839964"/>
            <a:ext cx="554552" cy="35030"/>
            <a:chOff x="0" y="0"/>
            <a:chExt cx="739403" cy="46707"/>
          </a:xfrm>
        </p:grpSpPr>
        <p:sp>
          <p:nvSpPr>
            <p:cNvPr id="270" name="Freeform 270"/>
            <p:cNvSpPr/>
            <p:nvPr/>
          </p:nvSpPr>
          <p:spPr>
            <a:xfrm>
              <a:off x="127" y="127"/>
              <a:ext cx="739267" cy="46609"/>
            </a:xfrm>
            <a:custGeom>
              <a:avLst/>
              <a:gdLst/>
              <a:ahLst/>
              <a:cxnLst/>
              <a:rect l="l" t="t" r="r" b="b"/>
              <a:pathLst>
                <a:path w="739267" h="46609">
                  <a:moveTo>
                    <a:pt x="23241" y="0"/>
                  </a:moveTo>
                  <a:cubicBezTo>
                    <a:pt x="9271" y="0"/>
                    <a:pt x="0" y="11557"/>
                    <a:pt x="0" y="23241"/>
                  </a:cubicBezTo>
                  <a:cubicBezTo>
                    <a:pt x="0" y="34925"/>
                    <a:pt x="9271" y="46609"/>
                    <a:pt x="23241" y="46609"/>
                  </a:cubicBezTo>
                  <a:lnTo>
                    <a:pt x="718312" y="46609"/>
                  </a:lnTo>
                  <a:cubicBezTo>
                    <a:pt x="729869" y="46609"/>
                    <a:pt x="739267" y="34925"/>
                    <a:pt x="739267" y="23241"/>
                  </a:cubicBezTo>
                  <a:cubicBezTo>
                    <a:pt x="739267" y="11557"/>
                    <a:pt x="729869" y="0"/>
                    <a:pt x="718312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1" name="Group 271"/>
          <p:cNvGrpSpPr/>
          <p:nvPr/>
        </p:nvGrpSpPr>
        <p:grpSpPr>
          <a:xfrm>
            <a:off x="16328796" y="4175842"/>
            <a:ext cx="628022" cy="35030"/>
            <a:chOff x="0" y="0"/>
            <a:chExt cx="837363" cy="46707"/>
          </a:xfrm>
        </p:grpSpPr>
        <p:sp>
          <p:nvSpPr>
            <p:cNvPr id="272" name="Freeform 272"/>
            <p:cNvSpPr/>
            <p:nvPr/>
          </p:nvSpPr>
          <p:spPr>
            <a:xfrm>
              <a:off x="0" y="0"/>
              <a:ext cx="837311" cy="46609"/>
            </a:xfrm>
            <a:custGeom>
              <a:avLst/>
              <a:gdLst/>
              <a:ahLst/>
              <a:cxnLst/>
              <a:rect l="l" t="t" r="r" b="b"/>
              <a:pathLst>
                <a:path w="837311" h="46609">
                  <a:moveTo>
                    <a:pt x="20955" y="0"/>
                  </a:moveTo>
                  <a:cubicBezTo>
                    <a:pt x="9398" y="0"/>
                    <a:pt x="0" y="9398"/>
                    <a:pt x="0" y="23368"/>
                  </a:cubicBezTo>
                  <a:cubicBezTo>
                    <a:pt x="0" y="34925"/>
                    <a:pt x="9398" y="46609"/>
                    <a:pt x="20955" y="46609"/>
                  </a:cubicBezTo>
                  <a:lnTo>
                    <a:pt x="814070" y="46609"/>
                  </a:lnTo>
                  <a:cubicBezTo>
                    <a:pt x="828040" y="46609"/>
                    <a:pt x="837311" y="34925"/>
                    <a:pt x="837311" y="23368"/>
                  </a:cubicBezTo>
                  <a:cubicBezTo>
                    <a:pt x="837311" y="9398"/>
                    <a:pt x="828040" y="0"/>
                    <a:pt x="814070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3" name="Group 273"/>
          <p:cNvGrpSpPr/>
          <p:nvPr/>
        </p:nvGrpSpPr>
        <p:grpSpPr>
          <a:xfrm>
            <a:off x="16491464" y="4063882"/>
            <a:ext cx="465352" cy="35030"/>
            <a:chOff x="0" y="0"/>
            <a:chExt cx="620469" cy="46707"/>
          </a:xfrm>
        </p:grpSpPr>
        <p:sp>
          <p:nvSpPr>
            <p:cNvPr id="274" name="Freeform 274"/>
            <p:cNvSpPr/>
            <p:nvPr/>
          </p:nvSpPr>
          <p:spPr>
            <a:xfrm>
              <a:off x="0" y="0"/>
              <a:ext cx="620395" cy="46609"/>
            </a:xfrm>
            <a:custGeom>
              <a:avLst/>
              <a:gdLst/>
              <a:ahLst/>
              <a:cxnLst/>
              <a:rect l="l" t="t" r="r" b="b"/>
              <a:pathLst>
                <a:path w="620395" h="46609">
                  <a:moveTo>
                    <a:pt x="23368" y="0"/>
                  </a:moveTo>
                  <a:cubicBezTo>
                    <a:pt x="9398" y="0"/>
                    <a:pt x="0" y="9398"/>
                    <a:pt x="0" y="23368"/>
                  </a:cubicBezTo>
                  <a:cubicBezTo>
                    <a:pt x="0" y="35052"/>
                    <a:pt x="9398" y="46609"/>
                    <a:pt x="23368" y="46609"/>
                  </a:cubicBezTo>
                  <a:lnTo>
                    <a:pt x="597154" y="46609"/>
                  </a:lnTo>
                  <a:cubicBezTo>
                    <a:pt x="611124" y="46609"/>
                    <a:pt x="620395" y="35052"/>
                    <a:pt x="620395" y="23368"/>
                  </a:cubicBezTo>
                  <a:cubicBezTo>
                    <a:pt x="620395" y="9398"/>
                    <a:pt x="611124" y="0"/>
                    <a:pt x="597154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5" name="Group 275"/>
          <p:cNvGrpSpPr/>
          <p:nvPr/>
        </p:nvGrpSpPr>
        <p:grpSpPr>
          <a:xfrm>
            <a:off x="16752090" y="3950194"/>
            <a:ext cx="204726" cy="33246"/>
            <a:chOff x="0" y="0"/>
            <a:chExt cx="272968" cy="44328"/>
          </a:xfrm>
        </p:grpSpPr>
        <p:sp>
          <p:nvSpPr>
            <p:cNvPr id="276" name="Freeform 276"/>
            <p:cNvSpPr/>
            <p:nvPr/>
          </p:nvSpPr>
          <p:spPr>
            <a:xfrm>
              <a:off x="127" y="0"/>
              <a:ext cx="272796" cy="44323"/>
            </a:xfrm>
            <a:custGeom>
              <a:avLst/>
              <a:gdLst/>
              <a:ahLst/>
              <a:cxnLst/>
              <a:rect l="l" t="t" r="r" b="b"/>
              <a:pathLst>
                <a:path w="272796" h="44323">
                  <a:moveTo>
                    <a:pt x="20955" y="0"/>
                  </a:moveTo>
                  <a:cubicBezTo>
                    <a:pt x="9271" y="0"/>
                    <a:pt x="0" y="9271"/>
                    <a:pt x="0" y="20955"/>
                  </a:cubicBezTo>
                  <a:cubicBezTo>
                    <a:pt x="0" y="34925"/>
                    <a:pt x="9271" y="44323"/>
                    <a:pt x="20955" y="44323"/>
                  </a:cubicBezTo>
                  <a:lnTo>
                    <a:pt x="249555" y="44323"/>
                  </a:lnTo>
                  <a:cubicBezTo>
                    <a:pt x="263525" y="44323"/>
                    <a:pt x="272796" y="34925"/>
                    <a:pt x="272796" y="20955"/>
                  </a:cubicBezTo>
                  <a:cubicBezTo>
                    <a:pt x="272796" y="9271"/>
                    <a:pt x="263525" y="0"/>
                    <a:pt x="249428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7" name="Group 277"/>
          <p:cNvGrpSpPr/>
          <p:nvPr/>
        </p:nvGrpSpPr>
        <p:grpSpPr>
          <a:xfrm>
            <a:off x="15420906" y="3224216"/>
            <a:ext cx="656024" cy="33300"/>
            <a:chOff x="0" y="0"/>
            <a:chExt cx="874699" cy="44400"/>
          </a:xfrm>
        </p:grpSpPr>
        <p:sp>
          <p:nvSpPr>
            <p:cNvPr id="278" name="Freeform 278"/>
            <p:cNvSpPr/>
            <p:nvPr/>
          </p:nvSpPr>
          <p:spPr>
            <a:xfrm>
              <a:off x="127" y="127"/>
              <a:ext cx="874649" cy="44323"/>
            </a:xfrm>
            <a:custGeom>
              <a:avLst/>
              <a:gdLst/>
              <a:ahLst/>
              <a:cxnLst/>
              <a:rect l="l" t="t" r="r" b="b"/>
              <a:pathLst>
                <a:path w="874649" h="44323">
                  <a:moveTo>
                    <a:pt x="23241" y="0"/>
                  </a:moveTo>
                  <a:cubicBezTo>
                    <a:pt x="9271" y="0"/>
                    <a:pt x="0" y="9271"/>
                    <a:pt x="0" y="23241"/>
                  </a:cubicBezTo>
                  <a:cubicBezTo>
                    <a:pt x="0" y="34925"/>
                    <a:pt x="9271" y="44323"/>
                    <a:pt x="23241" y="44323"/>
                  </a:cubicBezTo>
                  <a:lnTo>
                    <a:pt x="851281" y="44323"/>
                  </a:lnTo>
                  <a:cubicBezTo>
                    <a:pt x="865251" y="44323"/>
                    <a:pt x="874649" y="34925"/>
                    <a:pt x="874649" y="23241"/>
                  </a:cubicBezTo>
                  <a:cubicBezTo>
                    <a:pt x="874649" y="9271"/>
                    <a:pt x="865251" y="0"/>
                    <a:pt x="851281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9" name="Group 279"/>
          <p:cNvGrpSpPr/>
          <p:nvPr/>
        </p:nvGrpSpPr>
        <p:grpSpPr>
          <a:xfrm>
            <a:off x="15420906" y="4441712"/>
            <a:ext cx="1060128" cy="35030"/>
            <a:chOff x="0" y="0"/>
            <a:chExt cx="1413504" cy="46707"/>
          </a:xfrm>
        </p:grpSpPr>
        <p:sp>
          <p:nvSpPr>
            <p:cNvPr id="280" name="Freeform 280"/>
            <p:cNvSpPr/>
            <p:nvPr/>
          </p:nvSpPr>
          <p:spPr>
            <a:xfrm>
              <a:off x="127" y="0"/>
              <a:ext cx="1413256" cy="46736"/>
            </a:xfrm>
            <a:custGeom>
              <a:avLst/>
              <a:gdLst/>
              <a:ahLst/>
              <a:cxnLst/>
              <a:rect l="l" t="t" r="r" b="b"/>
              <a:pathLst>
                <a:path w="1413256" h="46736">
                  <a:moveTo>
                    <a:pt x="23241" y="0"/>
                  </a:moveTo>
                  <a:cubicBezTo>
                    <a:pt x="9271" y="0"/>
                    <a:pt x="0" y="9398"/>
                    <a:pt x="0" y="23368"/>
                  </a:cubicBezTo>
                  <a:cubicBezTo>
                    <a:pt x="0" y="35052"/>
                    <a:pt x="9271" y="46736"/>
                    <a:pt x="23241" y="46736"/>
                  </a:cubicBezTo>
                  <a:lnTo>
                    <a:pt x="1390015" y="46736"/>
                  </a:lnTo>
                  <a:cubicBezTo>
                    <a:pt x="1401572" y="46736"/>
                    <a:pt x="1413256" y="35052"/>
                    <a:pt x="1410970" y="23368"/>
                  </a:cubicBezTo>
                  <a:cubicBezTo>
                    <a:pt x="1410970" y="9398"/>
                    <a:pt x="1401572" y="0"/>
                    <a:pt x="1390015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1" name="Group 281"/>
          <p:cNvGrpSpPr/>
          <p:nvPr/>
        </p:nvGrpSpPr>
        <p:grpSpPr>
          <a:xfrm>
            <a:off x="15420906" y="4576378"/>
            <a:ext cx="1060128" cy="35082"/>
            <a:chOff x="0" y="0"/>
            <a:chExt cx="1413504" cy="46776"/>
          </a:xfrm>
        </p:grpSpPr>
        <p:sp>
          <p:nvSpPr>
            <p:cNvPr id="282" name="Freeform 282"/>
            <p:cNvSpPr/>
            <p:nvPr/>
          </p:nvSpPr>
          <p:spPr>
            <a:xfrm>
              <a:off x="127" y="127"/>
              <a:ext cx="1413256" cy="46609"/>
            </a:xfrm>
            <a:custGeom>
              <a:avLst/>
              <a:gdLst/>
              <a:ahLst/>
              <a:cxnLst/>
              <a:rect l="l" t="t" r="r" b="b"/>
              <a:pathLst>
                <a:path w="1413256" h="46609">
                  <a:moveTo>
                    <a:pt x="23241" y="0"/>
                  </a:moveTo>
                  <a:cubicBezTo>
                    <a:pt x="9271" y="0"/>
                    <a:pt x="0" y="9271"/>
                    <a:pt x="0" y="23241"/>
                  </a:cubicBezTo>
                  <a:cubicBezTo>
                    <a:pt x="0" y="34925"/>
                    <a:pt x="9271" y="46609"/>
                    <a:pt x="23241" y="46609"/>
                  </a:cubicBezTo>
                  <a:lnTo>
                    <a:pt x="1390015" y="46609"/>
                  </a:lnTo>
                  <a:cubicBezTo>
                    <a:pt x="1401572" y="46609"/>
                    <a:pt x="1413256" y="34925"/>
                    <a:pt x="1410970" y="23241"/>
                  </a:cubicBezTo>
                  <a:cubicBezTo>
                    <a:pt x="1410970" y="9271"/>
                    <a:pt x="1401572" y="0"/>
                    <a:pt x="1390015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3" name="Group 283"/>
          <p:cNvGrpSpPr/>
          <p:nvPr/>
        </p:nvGrpSpPr>
        <p:grpSpPr>
          <a:xfrm>
            <a:off x="15420906" y="4711096"/>
            <a:ext cx="1058344" cy="35030"/>
            <a:chOff x="0" y="0"/>
            <a:chExt cx="1411125" cy="46707"/>
          </a:xfrm>
        </p:grpSpPr>
        <p:sp>
          <p:nvSpPr>
            <p:cNvPr id="284" name="Freeform 284"/>
            <p:cNvSpPr/>
            <p:nvPr/>
          </p:nvSpPr>
          <p:spPr>
            <a:xfrm>
              <a:off x="127" y="0"/>
              <a:ext cx="1410970" cy="46736"/>
            </a:xfrm>
            <a:custGeom>
              <a:avLst/>
              <a:gdLst/>
              <a:ahLst/>
              <a:cxnLst/>
              <a:rect l="l" t="t" r="r" b="b"/>
              <a:pathLst>
                <a:path w="1410970" h="46736">
                  <a:moveTo>
                    <a:pt x="23241" y="0"/>
                  </a:moveTo>
                  <a:cubicBezTo>
                    <a:pt x="9271" y="0"/>
                    <a:pt x="0" y="11684"/>
                    <a:pt x="0" y="23368"/>
                  </a:cubicBezTo>
                  <a:cubicBezTo>
                    <a:pt x="0" y="35052"/>
                    <a:pt x="9271" y="46736"/>
                    <a:pt x="23241" y="46736"/>
                  </a:cubicBezTo>
                  <a:lnTo>
                    <a:pt x="1390015" y="46736"/>
                  </a:lnTo>
                  <a:cubicBezTo>
                    <a:pt x="1401572" y="46736"/>
                    <a:pt x="1410970" y="35052"/>
                    <a:pt x="1410970" y="23368"/>
                  </a:cubicBezTo>
                  <a:cubicBezTo>
                    <a:pt x="1410970" y="11684"/>
                    <a:pt x="1401572" y="0"/>
                    <a:pt x="1390015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5" name="Group 285"/>
          <p:cNvGrpSpPr/>
          <p:nvPr/>
        </p:nvGrpSpPr>
        <p:grpSpPr>
          <a:xfrm>
            <a:off x="15420906" y="5515732"/>
            <a:ext cx="1058344" cy="33300"/>
            <a:chOff x="0" y="0"/>
            <a:chExt cx="1411125" cy="44400"/>
          </a:xfrm>
        </p:grpSpPr>
        <p:sp>
          <p:nvSpPr>
            <p:cNvPr id="286" name="Freeform 286"/>
            <p:cNvSpPr/>
            <p:nvPr/>
          </p:nvSpPr>
          <p:spPr>
            <a:xfrm>
              <a:off x="127" y="127"/>
              <a:ext cx="1410970" cy="44323"/>
            </a:xfrm>
            <a:custGeom>
              <a:avLst/>
              <a:gdLst/>
              <a:ahLst/>
              <a:cxnLst/>
              <a:rect l="l" t="t" r="r" b="b"/>
              <a:pathLst>
                <a:path w="1410970" h="44323">
                  <a:moveTo>
                    <a:pt x="23241" y="0"/>
                  </a:moveTo>
                  <a:cubicBezTo>
                    <a:pt x="9271" y="0"/>
                    <a:pt x="0" y="9271"/>
                    <a:pt x="0" y="23241"/>
                  </a:cubicBezTo>
                  <a:cubicBezTo>
                    <a:pt x="0" y="34925"/>
                    <a:pt x="9271" y="44323"/>
                    <a:pt x="23241" y="44323"/>
                  </a:cubicBezTo>
                  <a:lnTo>
                    <a:pt x="1390015" y="44323"/>
                  </a:lnTo>
                  <a:cubicBezTo>
                    <a:pt x="1401572" y="44323"/>
                    <a:pt x="1410970" y="34925"/>
                    <a:pt x="1410970" y="23241"/>
                  </a:cubicBezTo>
                  <a:cubicBezTo>
                    <a:pt x="1410970" y="9271"/>
                    <a:pt x="1401572" y="0"/>
                    <a:pt x="1390015" y="0"/>
                  </a:cubicBezTo>
                  <a:close/>
                </a:path>
              </a:pathLst>
            </a:custGeom>
            <a:solidFill>
              <a:srgbClr val="CA7BE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7" name="Group 287"/>
          <p:cNvGrpSpPr/>
          <p:nvPr/>
        </p:nvGrpSpPr>
        <p:grpSpPr>
          <a:xfrm>
            <a:off x="16384750" y="4286018"/>
            <a:ext cx="314902" cy="33300"/>
            <a:chOff x="0" y="0"/>
            <a:chExt cx="419869" cy="44400"/>
          </a:xfrm>
        </p:grpSpPr>
        <p:sp>
          <p:nvSpPr>
            <p:cNvPr id="288" name="Freeform 288"/>
            <p:cNvSpPr/>
            <p:nvPr/>
          </p:nvSpPr>
          <p:spPr>
            <a:xfrm>
              <a:off x="127" y="127"/>
              <a:ext cx="419735" cy="44196"/>
            </a:xfrm>
            <a:custGeom>
              <a:avLst/>
              <a:gdLst/>
              <a:ahLst/>
              <a:cxnLst/>
              <a:rect l="l" t="t" r="r" b="b"/>
              <a:pathLst>
                <a:path w="419735" h="44196">
                  <a:moveTo>
                    <a:pt x="23241" y="0"/>
                  </a:moveTo>
                  <a:cubicBezTo>
                    <a:pt x="11557" y="0"/>
                    <a:pt x="0" y="9271"/>
                    <a:pt x="0" y="23241"/>
                  </a:cubicBezTo>
                  <a:cubicBezTo>
                    <a:pt x="0" y="34925"/>
                    <a:pt x="11557" y="44196"/>
                    <a:pt x="23241" y="44196"/>
                  </a:cubicBezTo>
                  <a:lnTo>
                    <a:pt x="396367" y="44196"/>
                  </a:lnTo>
                  <a:cubicBezTo>
                    <a:pt x="408051" y="44196"/>
                    <a:pt x="419735" y="34925"/>
                    <a:pt x="419735" y="23241"/>
                  </a:cubicBezTo>
                  <a:cubicBezTo>
                    <a:pt x="419735" y="9271"/>
                    <a:pt x="408051" y="0"/>
                    <a:pt x="396367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9" name="Group 289"/>
          <p:cNvGrpSpPr/>
          <p:nvPr/>
        </p:nvGrpSpPr>
        <p:grpSpPr>
          <a:xfrm>
            <a:off x="16802800" y="4286018"/>
            <a:ext cx="419888" cy="33300"/>
            <a:chOff x="0" y="0"/>
            <a:chExt cx="559851" cy="44400"/>
          </a:xfrm>
        </p:grpSpPr>
        <p:sp>
          <p:nvSpPr>
            <p:cNvPr id="290" name="Freeform 290"/>
            <p:cNvSpPr/>
            <p:nvPr/>
          </p:nvSpPr>
          <p:spPr>
            <a:xfrm>
              <a:off x="127" y="127"/>
              <a:ext cx="559689" cy="44196"/>
            </a:xfrm>
            <a:custGeom>
              <a:avLst/>
              <a:gdLst/>
              <a:ahLst/>
              <a:cxnLst/>
              <a:rect l="l" t="t" r="r" b="b"/>
              <a:pathLst>
                <a:path w="559689" h="44196">
                  <a:moveTo>
                    <a:pt x="23241" y="0"/>
                  </a:moveTo>
                  <a:cubicBezTo>
                    <a:pt x="9271" y="0"/>
                    <a:pt x="0" y="9271"/>
                    <a:pt x="0" y="23241"/>
                  </a:cubicBezTo>
                  <a:cubicBezTo>
                    <a:pt x="0" y="34925"/>
                    <a:pt x="9271" y="44196"/>
                    <a:pt x="23241" y="44196"/>
                  </a:cubicBezTo>
                  <a:lnTo>
                    <a:pt x="536321" y="44196"/>
                  </a:lnTo>
                  <a:cubicBezTo>
                    <a:pt x="550291" y="44196"/>
                    <a:pt x="559689" y="34925"/>
                    <a:pt x="559689" y="23241"/>
                  </a:cubicBezTo>
                  <a:cubicBezTo>
                    <a:pt x="559689" y="9271"/>
                    <a:pt x="550291" y="0"/>
                    <a:pt x="536321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1" name="Group 291"/>
          <p:cNvGrpSpPr/>
          <p:nvPr/>
        </p:nvGrpSpPr>
        <p:grpSpPr>
          <a:xfrm>
            <a:off x="16802800" y="4441712"/>
            <a:ext cx="419888" cy="35030"/>
            <a:chOff x="0" y="0"/>
            <a:chExt cx="559851" cy="46707"/>
          </a:xfrm>
        </p:grpSpPr>
        <p:sp>
          <p:nvSpPr>
            <p:cNvPr id="292" name="Freeform 292"/>
            <p:cNvSpPr/>
            <p:nvPr/>
          </p:nvSpPr>
          <p:spPr>
            <a:xfrm>
              <a:off x="127" y="0"/>
              <a:ext cx="559689" cy="46736"/>
            </a:xfrm>
            <a:custGeom>
              <a:avLst/>
              <a:gdLst/>
              <a:ahLst/>
              <a:cxnLst/>
              <a:rect l="l" t="t" r="r" b="b"/>
              <a:pathLst>
                <a:path w="559689" h="46736">
                  <a:moveTo>
                    <a:pt x="23241" y="0"/>
                  </a:moveTo>
                  <a:cubicBezTo>
                    <a:pt x="9271" y="0"/>
                    <a:pt x="0" y="9398"/>
                    <a:pt x="0" y="23368"/>
                  </a:cubicBezTo>
                  <a:cubicBezTo>
                    <a:pt x="0" y="35052"/>
                    <a:pt x="9271" y="46736"/>
                    <a:pt x="23241" y="46736"/>
                  </a:cubicBezTo>
                  <a:lnTo>
                    <a:pt x="536321" y="46736"/>
                  </a:lnTo>
                  <a:cubicBezTo>
                    <a:pt x="550291" y="46736"/>
                    <a:pt x="559689" y="35052"/>
                    <a:pt x="559689" y="23368"/>
                  </a:cubicBezTo>
                  <a:cubicBezTo>
                    <a:pt x="559689" y="9398"/>
                    <a:pt x="550291" y="0"/>
                    <a:pt x="536321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3" name="Group 293"/>
          <p:cNvGrpSpPr/>
          <p:nvPr/>
        </p:nvGrpSpPr>
        <p:grpSpPr>
          <a:xfrm>
            <a:off x="15420906" y="5720404"/>
            <a:ext cx="160990" cy="33300"/>
            <a:chOff x="0" y="0"/>
            <a:chExt cx="214653" cy="44400"/>
          </a:xfrm>
        </p:grpSpPr>
        <p:sp>
          <p:nvSpPr>
            <p:cNvPr id="294" name="Freeform 294"/>
            <p:cNvSpPr/>
            <p:nvPr/>
          </p:nvSpPr>
          <p:spPr>
            <a:xfrm>
              <a:off x="127" y="127"/>
              <a:ext cx="214503" cy="44196"/>
            </a:xfrm>
            <a:custGeom>
              <a:avLst/>
              <a:gdLst/>
              <a:ahLst/>
              <a:cxnLst/>
              <a:rect l="l" t="t" r="r" b="b"/>
              <a:pathLst>
                <a:path w="214503" h="44196">
                  <a:moveTo>
                    <a:pt x="23241" y="0"/>
                  </a:moveTo>
                  <a:cubicBezTo>
                    <a:pt x="9271" y="0"/>
                    <a:pt x="0" y="9271"/>
                    <a:pt x="0" y="20955"/>
                  </a:cubicBezTo>
                  <a:cubicBezTo>
                    <a:pt x="0" y="34925"/>
                    <a:pt x="9271" y="44196"/>
                    <a:pt x="23241" y="44196"/>
                  </a:cubicBezTo>
                  <a:lnTo>
                    <a:pt x="191135" y="44196"/>
                  </a:lnTo>
                  <a:cubicBezTo>
                    <a:pt x="202819" y="44196"/>
                    <a:pt x="214503" y="34925"/>
                    <a:pt x="214503" y="20955"/>
                  </a:cubicBezTo>
                  <a:cubicBezTo>
                    <a:pt x="214503" y="9271"/>
                    <a:pt x="202819" y="0"/>
                    <a:pt x="19113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5" name="Group 295"/>
          <p:cNvGrpSpPr/>
          <p:nvPr/>
        </p:nvGrpSpPr>
        <p:grpSpPr>
          <a:xfrm>
            <a:off x="15420906" y="5821876"/>
            <a:ext cx="160990" cy="35030"/>
            <a:chOff x="0" y="0"/>
            <a:chExt cx="214653" cy="46707"/>
          </a:xfrm>
        </p:grpSpPr>
        <p:sp>
          <p:nvSpPr>
            <p:cNvPr id="296" name="Freeform 296"/>
            <p:cNvSpPr/>
            <p:nvPr/>
          </p:nvSpPr>
          <p:spPr>
            <a:xfrm>
              <a:off x="127" y="0"/>
              <a:ext cx="214503" cy="46609"/>
            </a:xfrm>
            <a:custGeom>
              <a:avLst/>
              <a:gdLst/>
              <a:ahLst/>
              <a:cxnLst/>
              <a:rect l="l" t="t" r="r" b="b"/>
              <a:pathLst>
                <a:path w="214503" h="46609">
                  <a:moveTo>
                    <a:pt x="23241" y="0"/>
                  </a:moveTo>
                  <a:cubicBezTo>
                    <a:pt x="9271" y="0"/>
                    <a:pt x="0" y="11684"/>
                    <a:pt x="0" y="23368"/>
                  </a:cubicBezTo>
                  <a:cubicBezTo>
                    <a:pt x="0" y="35052"/>
                    <a:pt x="9271" y="46609"/>
                    <a:pt x="23241" y="46609"/>
                  </a:cubicBezTo>
                  <a:lnTo>
                    <a:pt x="191135" y="46609"/>
                  </a:lnTo>
                  <a:cubicBezTo>
                    <a:pt x="202819" y="46609"/>
                    <a:pt x="214503" y="35052"/>
                    <a:pt x="214503" y="23368"/>
                  </a:cubicBezTo>
                  <a:cubicBezTo>
                    <a:pt x="214503" y="11684"/>
                    <a:pt x="202819" y="0"/>
                    <a:pt x="19113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7" name="Group 297"/>
          <p:cNvGrpSpPr/>
          <p:nvPr/>
        </p:nvGrpSpPr>
        <p:grpSpPr>
          <a:xfrm>
            <a:off x="15623848" y="5821876"/>
            <a:ext cx="984876" cy="35030"/>
            <a:chOff x="0" y="0"/>
            <a:chExt cx="1313168" cy="46707"/>
          </a:xfrm>
        </p:grpSpPr>
        <p:sp>
          <p:nvSpPr>
            <p:cNvPr id="298" name="Freeform 298"/>
            <p:cNvSpPr/>
            <p:nvPr/>
          </p:nvSpPr>
          <p:spPr>
            <a:xfrm>
              <a:off x="0" y="0"/>
              <a:ext cx="1313053" cy="46609"/>
            </a:xfrm>
            <a:custGeom>
              <a:avLst/>
              <a:gdLst/>
              <a:ahLst/>
              <a:cxnLst/>
              <a:rect l="l" t="t" r="r" b="b"/>
              <a:pathLst>
                <a:path w="1313053" h="46609">
                  <a:moveTo>
                    <a:pt x="20955" y="0"/>
                  </a:moveTo>
                  <a:cubicBezTo>
                    <a:pt x="9398" y="0"/>
                    <a:pt x="0" y="11684"/>
                    <a:pt x="0" y="23368"/>
                  </a:cubicBezTo>
                  <a:cubicBezTo>
                    <a:pt x="0" y="35052"/>
                    <a:pt x="9398" y="46609"/>
                    <a:pt x="20955" y="46609"/>
                  </a:cubicBezTo>
                  <a:lnTo>
                    <a:pt x="1289812" y="46609"/>
                  </a:lnTo>
                  <a:cubicBezTo>
                    <a:pt x="1303782" y="46609"/>
                    <a:pt x="1313053" y="35052"/>
                    <a:pt x="1313053" y="23368"/>
                  </a:cubicBezTo>
                  <a:cubicBezTo>
                    <a:pt x="1313053" y="11684"/>
                    <a:pt x="1303782" y="0"/>
                    <a:pt x="1289812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9" name="Group 299"/>
          <p:cNvGrpSpPr/>
          <p:nvPr/>
        </p:nvGrpSpPr>
        <p:grpSpPr>
          <a:xfrm>
            <a:off x="15669312" y="5720404"/>
            <a:ext cx="159208" cy="33300"/>
            <a:chOff x="0" y="0"/>
            <a:chExt cx="212277" cy="44400"/>
          </a:xfrm>
        </p:grpSpPr>
        <p:sp>
          <p:nvSpPr>
            <p:cNvPr id="300" name="Freeform 300"/>
            <p:cNvSpPr/>
            <p:nvPr/>
          </p:nvSpPr>
          <p:spPr>
            <a:xfrm>
              <a:off x="0" y="127"/>
              <a:ext cx="212217" cy="44196"/>
            </a:xfrm>
            <a:custGeom>
              <a:avLst/>
              <a:gdLst/>
              <a:ahLst/>
              <a:cxnLst/>
              <a:rect l="l" t="t" r="r" b="b"/>
              <a:pathLst>
                <a:path w="212217" h="44196">
                  <a:moveTo>
                    <a:pt x="21082" y="0"/>
                  </a:moveTo>
                  <a:cubicBezTo>
                    <a:pt x="9398" y="0"/>
                    <a:pt x="0" y="9271"/>
                    <a:pt x="0" y="20955"/>
                  </a:cubicBezTo>
                  <a:cubicBezTo>
                    <a:pt x="0" y="34925"/>
                    <a:pt x="9398" y="44196"/>
                    <a:pt x="21082" y="44196"/>
                  </a:cubicBezTo>
                  <a:lnTo>
                    <a:pt x="191262" y="44196"/>
                  </a:lnTo>
                  <a:cubicBezTo>
                    <a:pt x="202946" y="44196"/>
                    <a:pt x="212217" y="34925"/>
                    <a:pt x="212217" y="20955"/>
                  </a:cubicBezTo>
                  <a:cubicBezTo>
                    <a:pt x="212217" y="9271"/>
                    <a:pt x="202946" y="0"/>
                    <a:pt x="191262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1" name="Group 301"/>
          <p:cNvGrpSpPr/>
          <p:nvPr/>
        </p:nvGrpSpPr>
        <p:grpSpPr>
          <a:xfrm>
            <a:off x="15915938" y="5720404"/>
            <a:ext cx="160990" cy="33300"/>
            <a:chOff x="0" y="0"/>
            <a:chExt cx="214653" cy="44400"/>
          </a:xfrm>
        </p:grpSpPr>
        <p:sp>
          <p:nvSpPr>
            <p:cNvPr id="302" name="Freeform 302"/>
            <p:cNvSpPr/>
            <p:nvPr/>
          </p:nvSpPr>
          <p:spPr>
            <a:xfrm>
              <a:off x="127" y="127"/>
              <a:ext cx="214503" cy="44196"/>
            </a:xfrm>
            <a:custGeom>
              <a:avLst/>
              <a:gdLst/>
              <a:ahLst/>
              <a:cxnLst/>
              <a:rect l="l" t="t" r="r" b="b"/>
              <a:pathLst>
                <a:path w="214503" h="44196">
                  <a:moveTo>
                    <a:pt x="23241" y="0"/>
                  </a:moveTo>
                  <a:cubicBezTo>
                    <a:pt x="11557" y="0"/>
                    <a:pt x="0" y="9271"/>
                    <a:pt x="0" y="20955"/>
                  </a:cubicBezTo>
                  <a:cubicBezTo>
                    <a:pt x="0" y="34925"/>
                    <a:pt x="11684" y="44196"/>
                    <a:pt x="23241" y="44196"/>
                  </a:cubicBezTo>
                  <a:lnTo>
                    <a:pt x="191135" y="44196"/>
                  </a:lnTo>
                  <a:cubicBezTo>
                    <a:pt x="205105" y="44196"/>
                    <a:pt x="214503" y="34925"/>
                    <a:pt x="214503" y="20955"/>
                  </a:cubicBezTo>
                  <a:cubicBezTo>
                    <a:pt x="214503" y="9271"/>
                    <a:pt x="205105" y="0"/>
                    <a:pt x="19113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3" name="Group 303"/>
          <p:cNvGrpSpPr/>
          <p:nvPr/>
        </p:nvGrpSpPr>
        <p:grpSpPr>
          <a:xfrm>
            <a:off x="16164344" y="5720404"/>
            <a:ext cx="159260" cy="33300"/>
            <a:chOff x="0" y="0"/>
            <a:chExt cx="212347" cy="44400"/>
          </a:xfrm>
        </p:grpSpPr>
        <p:sp>
          <p:nvSpPr>
            <p:cNvPr id="304" name="Freeform 304"/>
            <p:cNvSpPr/>
            <p:nvPr/>
          </p:nvSpPr>
          <p:spPr>
            <a:xfrm>
              <a:off x="127" y="127"/>
              <a:ext cx="212090" cy="44196"/>
            </a:xfrm>
            <a:custGeom>
              <a:avLst/>
              <a:gdLst/>
              <a:ahLst/>
              <a:cxnLst/>
              <a:rect l="l" t="t" r="r" b="b"/>
              <a:pathLst>
                <a:path w="212090" h="44196">
                  <a:moveTo>
                    <a:pt x="23241" y="0"/>
                  </a:moveTo>
                  <a:cubicBezTo>
                    <a:pt x="9271" y="0"/>
                    <a:pt x="0" y="9271"/>
                    <a:pt x="0" y="20955"/>
                  </a:cubicBezTo>
                  <a:cubicBezTo>
                    <a:pt x="0" y="34925"/>
                    <a:pt x="9271" y="44196"/>
                    <a:pt x="23241" y="44196"/>
                  </a:cubicBezTo>
                  <a:lnTo>
                    <a:pt x="191135" y="44196"/>
                  </a:lnTo>
                  <a:cubicBezTo>
                    <a:pt x="202819" y="44196"/>
                    <a:pt x="212090" y="34925"/>
                    <a:pt x="212090" y="20955"/>
                  </a:cubicBezTo>
                  <a:cubicBezTo>
                    <a:pt x="212090" y="9271"/>
                    <a:pt x="202819" y="0"/>
                    <a:pt x="19113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5" name="Group 305"/>
          <p:cNvGrpSpPr/>
          <p:nvPr/>
        </p:nvGrpSpPr>
        <p:grpSpPr>
          <a:xfrm>
            <a:off x="16412752" y="5720404"/>
            <a:ext cx="159208" cy="33300"/>
            <a:chOff x="0" y="0"/>
            <a:chExt cx="212277" cy="44400"/>
          </a:xfrm>
        </p:grpSpPr>
        <p:sp>
          <p:nvSpPr>
            <p:cNvPr id="306" name="Freeform 306"/>
            <p:cNvSpPr/>
            <p:nvPr/>
          </p:nvSpPr>
          <p:spPr>
            <a:xfrm>
              <a:off x="0" y="127"/>
              <a:ext cx="212344" cy="44196"/>
            </a:xfrm>
            <a:custGeom>
              <a:avLst/>
              <a:gdLst/>
              <a:ahLst/>
              <a:cxnLst/>
              <a:rect l="l" t="t" r="r" b="b"/>
              <a:pathLst>
                <a:path w="212344" h="44196">
                  <a:moveTo>
                    <a:pt x="20955" y="0"/>
                  </a:moveTo>
                  <a:cubicBezTo>
                    <a:pt x="9398" y="0"/>
                    <a:pt x="0" y="9271"/>
                    <a:pt x="0" y="20955"/>
                  </a:cubicBezTo>
                  <a:cubicBezTo>
                    <a:pt x="0" y="34925"/>
                    <a:pt x="9398" y="44196"/>
                    <a:pt x="20955" y="44196"/>
                  </a:cubicBezTo>
                  <a:lnTo>
                    <a:pt x="188976" y="44196"/>
                  </a:lnTo>
                  <a:cubicBezTo>
                    <a:pt x="202946" y="44196"/>
                    <a:pt x="212344" y="34925"/>
                    <a:pt x="212344" y="20955"/>
                  </a:cubicBezTo>
                  <a:cubicBezTo>
                    <a:pt x="212344" y="9271"/>
                    <a:pt x="202946" y="0"/>
                    <a:pt x="188976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" name="Group 307"/>
          <p:cNvGrpSpPr/>
          <p:nvPr/>
        </p:nvGrpSpPr>
        <p:grpSpPr>
          <a:xfrm>
            <a:off x="16659376" y="5720404"/>
            <a:ext cx="160990" cy="33300"/>
            <a:chOff x="0" y="0"/>
            <a:chExt cx="214653" cy="44400"/>
          </a:xfrm>
        </p:grpSpPr>
        <p:sp>
          <p:nvSpPr>
            <p:cNvPr id="308" name="Freeform 308"/>
            <p:cNvSpPr/>
            <p:nvPr/>
          </p:nvSpPr>
          <p:spPr>
            <a:xfrm>
              <a:off x="127" y="127"/>
              <a:ext cx="214376" cy="44196"/>
            </a:xfrm>
            <a:custGeom>
              <a:avLst/>
              <a:gdLst/>
              <a:ahLst/>
              <a:cxnLst/>
              <a:rect l="l" t="t" r="r" b="b"/>
              <a:pathLst>
                <a:path w="214376" h="44196">
                  <a:moveTo>
                    <a:pt x="23241" y="0"/>
                  </a:moveTo>
                  <a:cubicBezTo>
                    <a:pt x="9271" y="0"/>
                    <a:pt x="0" y="9271"/>
                    <a:pt x="0" y="20955"/>
                  </a:cubicBezTo>
                  <a:cubicBezTo>
                    <a:pt x="0" y="34925"/>
                    <a:pt x="9271" y="44196"/>
                    <a:pt x="23241" y="44196"/>
                  </a:cubicBezTo>
                  <a:lnTo>
                    <a:pt x="191135" y="44196"/>
                  </a:lnTo>
                  <a:cubicBezTo>
                    <a:pt x="202819" y="44196"/>
                    <a:pt x="214376" y="34925"/>
                    <a:pt x="214376" y="20955"/>
                  </a:cubicBezTo>
                  <a:cubicBezTo>
                    <a:pt x="214376" y="9271"/>
                    <a:pt x="202819" y="0"/>
                    <a:pt x="19113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9" name="Group 309"/>
          <p:cNvGrpSpPr/>
          <p:nvPr/>
        </p:nvGrpSpPr>
        <p:grpSpPr>
          <a:xfrm>
            <a:off x="16907784" y="5720404"/>
            <a:ext cx="108498" cy="33300"/>
            <a:chOff x="0" y="0"/>
            <a:chExt cx="144664" cy="44400"/>
          </a:xfrm>
        </p:grpSpPr>
        <p:sp>
          <p:nvSpPr>
            <p:cNvPr id="310" name="Freeform 310"/>
            <p:cNvSpPr/>
            <p:nvPr/>
          </p:nvSpPr>
          <p:spPr>
            <a:xfrm>
              <a:off x="0" y="127"/>
              <a:ext cx="144526" cy="44196"/>
            </a:xfrm>
            <a:custGeom>
              <a:avLst/>
              <a:gdLst/>
              <a:ahLst/>
              <a:cxnLst/>
              <a:rect l="l" t="t" r="r" b="b"/>
              <a:pathLst>
                <a:path w="144526" h="44196">
                  <a:moveTo>
                    <a:pt x="21082" y="0"/>
                  </a:moveTo>
                  <a:cubicBezTo>
                    <a:pt x="9398" y="0"/>
                    <a:pt x="0" y="9271"/>
                    <a:pt x="0" y="20955"/>
                  </a:cubicBezTo>
                  <a:cubicBezTo>
                    <a:pt x="0" y="34925"/>
                    <a:pt x="9398" y="44196"/>
                    <a:pt x="21082" y="44196"/>
                  </a:cubicBezTo>
                  <a:lnTo>
                    <a:pt x="123571" y="44196"/>
                  </a:lnTo>
                  <a:cubicBezTo>
                    <a:pt x="135255" y="44196"/>
                    <a:pt x="144526" y="34925"/>
                    <a:pt x="144526" y="20955"/>
                  </a:cubicBezTo>
                  <a:cubicBezTo>
                    <a:pt x="144526" y="9271"/>
                    <a:pt x="135255" y="0"/>
                    <a:pt x="123571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1" name="Group 311"/>
          <p:cNvGrpSpPr/>
          <p:nvPr/>
        </p:nvGrpSpPr>
        <p:grpSpPr>
          <a:xfrm>
            <a:off x="16575420" y="1653380"/>
            <a:ext cx="1712586" cy="1569162"/>
            <a:chOff x="0" y="0"/>
            <a:chExt cx="2283448" cy="2092216"/>
          </a:xfrm>
        </p:grpSpPr>
        <p:sp>
          <p:nvSpPr>
            <p:cNvPr id="312" name="Freeform 312"/>
            <p:cNvSpPr/>
            <p:nvPr/>
          </p:nvSpPr>
          <p:spPr>
            <a:xfrm>
              <a:off x="0" y="127"/>
              <a:ext cx="2283333" cy="2091944"/>
            </a:xfrm>
            <a:custGeom>
              <a:avLst/>
              <a:gdLst/>
              <a:ahLst/>
              <a:cxnLst/>
              <a:rect l="l" t="t" r="r" b="b"/>
              <a:pathLst>
                <a:path w="2283333" h="2091944">
                  <a:moveTo>
                    <a:pt x="93345" y="0"/>
                  </a:moveTo>
                  <a:cubicBezTo>
                    <a:pt x="42037" y="0"/>
                    <a:pt x="0" y="41910"/>
                    <a:pt x="0" y="90932"/>
                  </a:cubicBezTo>
                  <a:lnTo>
                    <a:pt x="0" y="2001012"/>
                  </a:lnTo>
                  <a:cubicBezTo>
                    <a:pt x="0" y="2052320"/>
                    <a:pt x="42037" y="2091944"/>
                    <a:pt x="93345" y="2091944"/>
                  </a:cubicBezTo>
                  <a:lnTo>
                    <a:pt x="2192401" y="2091944"/>
                  </a:lnTo>
                  <a:cubicBezTo>
                    <a:pt x="2243709" y="2091944"/>
                    <a:pt x="2283333" y="2052320"/>
                    <a:pt x="2283333" y="2001012"/>
                  </a:cubicBezTo>
                  <a:lnTo>
                    <a:pt x="2283333" y="90932"/>
                  </a:lnTo>
                  <a:cubicBezTo>
                    <a:pt x="2283333" y="41910"/>
                    <a:pt x="2243709" y="0"/>
                    <a:pt x="2192401" y="0"/>
                  </a:cubicBezTo>
                  <a:close/>
                </a:path>
              </a:pathLst>
            </a:custGeom>
            <a:solidFill>
              <a:srgbClr val="B8BD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3" name="Group 313"/>
          <p:cNvGrpSpPr/>
          <p:nvPr/>
        </p:nvGrpSpPr>
        <p:grpSpPr>
          <a:xfrm>
            <a:off x="16575420" y="1639432"/>
            <a:ext cx="1712586" cy="78764"/>
            <a:chOff x="0" y="0"/>
            <a:chExt cx="2283448" cy="105019"/>
          </a:xfrm>
        </p:grpSpPr>
        <p:sp>
          <p:nvSpPr>
            <p:cNvPr id="314" name="Freeform 314"/>
            <p:cNvSpPr/>
            <p:nvPr/>
          </p:nvSpPr>
          <p:spPr>
            <a:xfrm>
              <a:off x="0" y="0"/>
              <a:ext cx="2283333" cy="104902"/>
            </a:xfrm>
            <a:custGeom>
              <a:avLst/>
              <a:gdLst/>
              <a:ahLst/>
              <a:cxnLst/>
              <a:rect l="l" t="t" r="r" b="b"/>
              <a:pathLst>
                <a:path w="2283333" h="104902">
                  <a:moveTo>
                    <a:pt x="88646" y="0"/>
                  </a:moveTo>
                  <a:cubicBezTo>
                    <a:pt x="39751" y="0"/>
                    <a:pt x="0" y="39624"/>
                    <a:pt x="0" y="86233"/>
                  </a:cubicBezTo>
                  <a:lnTo>
                    <a:pt x="0" y="104902"/>
                  </a:lnTo>
                  <a:cubicBezTo>
                    <a:pt x="0" y="58293"/>
                    <a:pt x="39751" y="18669"/>
                    <a:pt x="88646" y="18669"/>
                  </a:cubicBezTo>
                  <a:lnTo>
                    <a:pt x="2197100" y="18669"/>
                  </a:lnTo>
                  <a:cubicBezTo>
                    <a:pt x="2245995" y="18669"/>
                    <a:pt x="2283333" y="58293"/>
                    <a:pt x="2283333" y="104902"/>
                  </a:cubicBezTo>
                  <a:lnTo>
                    <a:pt x="2283333" y="86233"/>
                  </a:lnTo>
                  <a:cubicBezTo>
                    <a:pt x="2283333" y="39624"/>
                    <a:pt x="2245995" y="0"/>
                    <a:pt x="2197100" y="0"/>
                  </a:cubicBezTo>
                  <a:close/>
                </a:path>
              </a:pathLst>
            </a:custGeom>
            <a:solidFill>
              <a:srgbClr val="00A3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5" name="Group 315"/>
          <p:cNvGrpSpPr/>
          <p:nvPr/>
        </p:nvGrpSpPr>
        <p:grpSpPr>
          <a:xfrm>
            <a:off x="16575420" y="1653380"/>
            <a:ext cx="1712586" cy="241486"/>
            <a:chOff x="0" y="0"/>
            <a:chExt cx="2283448" cy="321981"/>
          </a:xfrm>
        </p:grpSpPr>
        <p:sp>
          <p:nvSpPr>
            <p:cNvPr id="316" name="Freeform 316"/>
            <p:cNvSpPr/>
            <p:nvPr/>
          </p:nvSpPr>
          <p:spPr>
            <a:xfrm>
              <a:off x="0" y="127"/>
              <a:ext cx="2283333" cy="321818"/>
            </a:xfrm>
            <a:custGeom>
              <a:avLst/>
              <a:gdLst/>
              <a:ahLst/>
              <a:cxnLst/>
              <a:rect l="l" t="t" r="r" b="b"/>
              <a:pathLst>
                <a:path w="2283333" h="321818">
                  <a:moveTo>
                    <a:pt x="88646" y="0"/>
                  </a:moveTo>
                  <a:cubicBezTo>
                    <a:pt x="39751" y="0"/>
                    <a:pt x="0" y="39624"/>
                    <a:pt x="0" y="86233"/>
                  </a:cubicBezTo>
                  <a:lnTo>
                    <a:pt x="0" y="321818"/>
                  </a:lnTo>
                  <a:lnTo>
                    <a:pt x="2283333" y="321818"/>
                  </a:lnTo>
                  <a:lnTo>
                    <a:pt x="2283333" y="86233"/>
                  </a:lnTo>
                  <a:cubicBezTo>
                    <a:pt x="2283333" y="39624"/>
                    <a:pt x="2245995" y="0"/>
                    <a:pt x="2197100" y="0"/>
                  </a:cubicBezTo>
                  <a:close/>
                </a:path>
              </a:pathLst>
            </a:custGeom>
            <a:solidFill>
              <a:srgbClr val="469AA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roup 317"/>
          <p:cNvGrpSpPr/>
          <p:nvPr/>
        </p:nvGrpSpPr>
        <p:grpSpPr>
          <a:xfrm>
            <a:off x="16669864" y="1966498"/>
            <a:ext cx="1530672" cy="1177330"/>
            <a:chOff x="0" y="0"/>
            <a:chExt cx="2040896" cy="1569773"/>
          </a:xfrm>
        </p:grpSpPr>
        <p:sp>
          <p:nvSpPr>
            <p:cNvPr id="318" name="Freeform 318"/>
            <p:cNvSpPr/>
            <p:nvPr/>
          </p:nvSpPr>
          <p:spPr>
            <a:xfrm>
              <a:off x="0" y="127"/>
              <a:ext cx="2040890" cy="1569593"/>
            </a:xfrm>
            <a:custGeom>
              <a:avLst/>
              <a:gdLst/>
              <a:ahLst/>
              <a:cxnLst/>
              <a:rect l="l" t="t" r="r" b="b"/>
              <a:pathLst>
                <a:path w="2040890" h="1569593">
                  <a:moveTo>
                    <a:pt x="1970913" y="1569593"/>
                  </a:moveTo>
                  <a:lnTo>
                    <a:pt x="69977" y="1569593"/>
                  </a:lnTo>
                  <a:cubicBezTo>
                    <a:pt x="30353" y="1569593"/>
                    <a:pt x="0" y="1539367"/>
                    <a:pt x="0" y="1499616"/>
                  </a:cubicBezTo>
                  <a:lnTo>
                    <a:pt x="0" y="69977"/>
                  </a:lnTo>
                  <a:cubicBezTo>
                    <a:pt x="127" y="32639"/>
                    <a:pt x="30353" y="0"/>
                    <a:pt x="69977" y="0"/>
                  </a:cubicBezTo>
                  <a:lnTo>
                    <a:pt x="1970913" y="0"/>
                  </a:lnTo>
                  <a:cubicBezTo>
                    <a:pt x="2010537" y="0"/>
                    <a:pt x="2040890" y="32639"/>
                    <a:pt x="2040890" y="69977"/>
                  </a:cubicBezTo>
                  <a:lnTo>
                    <a:pt x="2040890" y="1499616"/>
                  </a:lnTo>
                  <a:cubicBezTo>
                    <a:pt x="2040890" y="1539240"/>
                    <a:pt x="2010664" y="1569593"/>
                    <a:pt x="1970913" y="1569593"/>
                  </a:cubicBezTo>
                  <a:close/>
                </a:path>
              </a:pathLst>
            </a:custGeom>
            <a:solidFill>
              <a:srgbClr val="24086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" name="Group 319"/>
          <p:cNvGrpSpPr/>
          <p:nvPr/>
        </p:nvGrpSpPr>
        <p:grpSpPr>
          <a:xfrm>
            <a:off x="16743332" y="2232422"/>
            <a:ext cx="1088078" cy="26272"/>
            <a:chOff x="0" y="0"/>
            <a:chExt cx="1450771" cy="35029"/>
          </a:xfrm>
        </p:grpSpPr>
        <p:sp>
          <p:nvSpPr>
            <p:cNvPr id="320" name="Freeform 320"/>
            <p:cNvSpPr/>
            <p:nvPr/>
          </p:nvSpPr>
          <p:spPr>
            <a:xfrm>
              <a:off x="127" y="0"/>
              <a:ext cx="1450594" cy="35052"/>
            </a:xfrm>
            <a:custGeom>
              <a:avLst/>
              <a:gdLst/>
              <a:ahLst/>
              <a:cxnLst/>
              <a:rect l="l" t="t" r="r" b="b"/>
              <a:pathLst>
                <a:path w="1450594" h="35052">
                  <a:moveTo>
                    <a:pt x="16256" y="0"/>
                  </a:moveTo>
                  <a:cubicBezTo>
                    <a:pt x="6985" y="0"/>
                    <a:pt x="0" y="9398"/>
                    <a:pt x="0" y="18669"/>
                  </a:cubicBezTo>
                  <a:cubicBezTo>
                    <a:pt x="0" y="27940"/>
                    <a:pt x="6985" y="35052"/>
                    <a:pt x="16256" y="35052"/>
                  </a:cubicBezTo>
                  <a:lnTo>
                    <a:pt x="1431925" y="35052"/>
                  </a:lnTo>
                  <a:cubicBezTo>
                    <a:pt x="1441196" y="35052"/>
                    <a:pt x="1450594" y="28067"/>
                    <a:pt x="1448308" y="18669"/>
                  </a:cubicBezTo>
                  <a:cubicBezTo>
                    <a:pt x="1448308" y="9398"/>
                    <a:pt x="1441196" y="0"/>
                    <a:pt x="143192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1" name="Group 321"/>
          <p:cNvGrpSpPr/>
          <p:nvPr/>
        </p:nvGrpSpPr>
        <p:grpSpPr>
          <a:xfrm>
            <a:off x="17897848" y="2232422"/>
            <a:ext cx="104984" cy="26272"/>
            <a:chOff x="0" y="0"/>
            <a:chExt cx="139979" cy="35029"/>
          </a:xfrm>
        </p:grpSpPr>
        <p:sp>
          <p:nvSpPr>
            <p:cNvPr id="322" name="Freeform 322"/>
            <p:cNvSpPr/>
            <p:nvPr/>
          </p:nvSpPr>
          <p:spPr>
            <a:xfrm>
              <a:off x="0" y="0"/>
              <a:ext cx="139954" cy="35052"/>
            </a:xfrm>
            <a:custGeom>
              <a:avLst/>
              <a:gdLst/>
              <a:ahLst/>
              <a:cxnLst/>
              <a:rect l="l" t="t" r="r" b="b"/>
              <a:pathLst>
                <a:path w="139954" h="35052">
                  <a:moveTo>
                    <a:pt x="16383" y="0"/>
                  </a:moveTo>
                  <a:cubicBezTo>
                    <a:pt x="7112" y="0"/>
                    <a:pt x="0" y="9398"/>
                    <a:pt x="0" y="18669"/>
                  </a:cubicBezTo>
                  <a:cubicBezTo>
                    <a:pt x="0" y="27940"/>
                    <a:pt x="7112" y="35052"/>
                    <a:pt x="16383" y="35052"/>
                  </a:cubicBezTo>
                  <a:lnTo>
                    <a:pt x="121285" y="35052"/>
                  </a:lnTo>
                  <a:cubicBezTo>
                    <a:pt x="130556" y="35052"/>
                    <a:pt x="139954" y="28067"/>
                    <a:pt x="139954" y="18669"/>
                  </a:cubicBezTo>
                  <a:cubicBezTo>
                    <a:pt x="139954" y="9271"/>
                    <a:pt x="130556" y="0"/>
                    <a:pt x="12128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3" name="Group 323"/>
          <p:cNvGrpSpPr/>
          <p:nvPr/>
        </p:nvGrpSpPr>
        <p:grpSpPr>
          <a:xfrm>
            <a:off x="18043054" y="2232422"/>
            <a:ext cx="84008" cy="26272"/>
            <a:chOff x="0" y="0"/>
            <a:chExt cx="112011" cy="35029"/>
          </a:xfrm>
        </p:grpSpPr>
        <p:sp>
          <p:nvSpPr>
            <p:cNvPr id="324" name="Freeform 324"/>
            <p:cNvSpPr/>
            <p:nvPr/>
          </p:nvSpPr>
          <p:spPr>
            <a:xfrm>
              <a:off x="0" y="0"/>
              <a:ext cx="111887" cy="35052"/>
            </a:xfrm>
            <a:custGeom>
              <a:avLst/>
              <a:gdLst/>
              <a:ahLst/>
              <a:cxnLst/>
              <a:rect l="l" t="t" r="r" b="b"/>
              <a:pathLst>
                <a:path w="111887" h="35052">
                  <a:moveTo>
                    <a:pt x="16383" y="0"/>
                  </a:moveTo>
                  <a:cubicBezTo>
                    <a:pt x="6985" y="0"/>
                    <a:pt x="0" y="9398"/>
                    <a:pt x="0" y="18669"/>
                  </a:cubicBezTo>
                  <a:cubicBezTo>
                    <a:pt x="0" y="27940"/>
                    <a:pt x="6985" y="35052"/>
                    <a:pt x="16383" y="35052"/>
                  </a:cubicBezTo>
                  <a:lnTo>
                    <a:pt x="95631" y="35052"/>
                  </a:lnTo>
                  <a:cubicBezTo>
                    <a:pt x="104902" y="35052"/>
                    <a:pt x="111887" y="28067"/>
                    <a:pt x="111887" y="18669"/>
                  </a:cubicBezTo>
                  <a:cubicBezTo>
                    <a:pt x="111887" y="9271"/>
                    <a:pt x="104902" y="0"/>
                    <a:pt x="95631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5" name="Group 325"/>
          <p:cNvGrpSpPr/>
          <p:nvPr/>
        </p:nvGrpSpPr>
        <p:grpSpPr>
          <a:xfrm>
            <a:off x="16743332" y="2353086"/>
            <a:ext cx="622778" cy="26324"/>
            <a:chOff x="0" y="0"/>
            <a:chExt cx="830371" cy="35099"/>
          </a:xfrm>
        </p:grpSpPr>
        <p:sp>
          <p:nvSpPr>
            <p:cNvPr id="326" name="Freeform 326"/>
            <p:cNvSpPr/>
            <p:nvPr/>
          </p:nvSpPr>
          <p:spPr>
            <a:xfrm>
              <a:off x="127" y="127"/>
              <a:ext cx="830199" cy="34925"/>
            </a:xfrm>
            <a:custGeom>
              <a:avLst/>
              <a:gdLst/>
              <a:ahLst/>
              <a:cxnLst/>
              <a:rect l="l" t="t" r="r" b="b"/>
              <a:pathLst>
                <a:path w="830199" h="34925">
                  <a:moveTo>
                    <a:pt x="16256" y="0"/>
                  </a:moveTo>
                  <a:cubicBezTo>
                    <a:pt x="6985" y="0"/>
                    <a:pt x="0" y="9271"/>
                    <a:pt x="0" y="18669"/>
                  </a:cubicBezTo>
                  <a:cubicBezTo>
                    <a:pt x="0" y="28067"/>
                    <a:pt x="6985" y="34925"/>
                    <a:pt x="16256" y="34925"/>
                  </a:cubicBezTo>
                  <a:lnTo>
                    <a:pt x="811530" y="34925"/>
                  </a:lnTo>
                  <a:cubicBezTo>
                    <a:pt x="820801" y="34925"/>
                    <a:pt x="830199" y="27940"/>
                    <a:pt x="830199" y="18669"/>
                  </a:cubicBezTo>
                  <a:cubicBezTo>
                    <a:pt x="830199" y="9398"/>
                    <a:pt x="820928" y="0"/>
                    <a:pt x="811530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" name="Group 327"/>
          <p:cNvGrpSpPr/>
          <p:nvPr/>
        </p:nvGrpSpPr>
        <p:grpSpPr>
          <a:xfrm>
            <a:off x="17374812" y="2353086"/>
            <a:ext cx="197752" cy="26324"/>
            <a:chOff x="0" y="0"/>
            <a:chExt cx="263669" cy="35099"/>
          </a:xfrm>
        </p:grpSpPr>
        <p:sp>
          <p:nvSpPr>
            <p:cNvPr id="328" name="Freeform 328"/>
            <p:cNvSpPr/>
            <p:nvPr/>
          </p:nvSpPr>
          <p:spPr>
            <a:xfrm>
              <a:off x="127" y="127"/>
              <a:ext cx="263525" cy="34925"/>
            </a:xfrm>
            <a:custGeom>
              <a:avLst/>
              <a:gdLst/>
              <a:ahLst/>
              <a:cxnLst/>
              <a:rect l="l" t="t" r="r" b="b"/>
              <a:pathLst>
                <a:path w="263525" h="34925">
                  <a:moveTo>
                    <a:pt x="18669" y="0"/>
                  </a:moveTo>
                  <a:cubicBezTo>
                    <a:pt x="9271" y="0"/>
                    <a:pt x="0" y="9271"/>
                    <a:pt x="0" y="18669"/>
                  </a:cubicBezTo>
                  <a:cubicBezTo>
                    <a:pt x="0" y="28067"/>
                    <a:pt x="9271" y="34925"/>
                    <a:pt x="18669" y="34925"/>
                  </a:cubicBezTo>
                  <a:lnTo>
                    <a:pt x="247269" y="34925"/>
                  </a:lnTo>
                  <a:cubicBezTo>
                    <a:pt x="256540" y="34925"/>
                    <a:pt x="263525" y="27940"/>
                    <a:pt x="263525" y="18669"/>
                  </a:cubicBezTo>
                  <a:cubicBezTo>
                    <a:pt x="263525" y="9398"/>
                    <a:pt x="256540" y="0"/>
                    <a:pt x="247142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9" name="Group 329"/>
          <p:cNvGrpSpPr/>
          <p:nvPr/>
        </p:nvGrpSpPr>
        <p:grpSpPr>
          <a:xfrm>
            <a:off x="17441306" y="2423092"/>
            <a:ext cx="131258" cy="24542"/>
            <a:chOff x="0" y="0"/>
            <a:chExt cx="175011" cy="32723"/>
          </a:xfrm>
        </p:grpSpPr>
        <p:sp>
          <p:nvSpPr>
            <p:cNvPr id="330" name="Freeform 330"/>
            <p:cNvSpPr/>
            <p:nvPr/>
          </p:nvSpPr>
          <p:spPr>
            <a:xfrm>
              <a:off x="0" y="0"/>
              <a:ext cx="174879" cy="32639"/>
            </a:xfrm>
            <a:custGeom>
              <a:avLst/>
              <a:gdLst/>
              <a:ahLst/>
              <a:cxnLst/>
              <a:rect l="l" t="t" r="r" b="b"/>
              <a:pathLst>
                <a:path w="174879" h="32639">
                  <a:moveTo>
                    <a:pt x="16383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383" y="32639"/>
                  </a:cubicBezTo>
                  <a:lnTo>
                    <a:pt x="158623" y="32639"/>
                  </a:lnTo>
                  <a:cubicBezTo>
                    <a:pt x="167894" y="32639"/>
                    <a:pt x="174879" y="25654"/>
                    <a:pt x="174879" y="16383"/>
                  </a:cubicBezTo>
                  <a:cubicBezTo>
                    <a:pt x="174879" y="7112"/>
                    <a:pt x="167894" y="0"/>
                    <a:pt x="158623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1" name="Group 331"/>
          <p:cNvGrpSpPr/>
          <p:nvPr/>
        </p:nvGrpSpPr>
        <p:grpSpPr>
          <a:xfrm>
            <a:off x="17376596" y="2423092"/>
            <a:ext cx="38490" cy="24542"/>
            <a:chOff x="0" y="0"/>
            <a:chExt cx="51320" cy="32723"/>
          </a:xfrm>
        </p:grpSpPr>
        <p:sp>
          <p:nvSpPr>
            <p:cNvPr id="332" name="Freeform 332"/>
            <p:cNvSpPr/>
            <p:nvPr/>
          </p:nvSpPr>
          <p:spPr>
            <a:xfrm>
              <a:off x="0" y="0"/>
              <a:ext cx="51308" cy="32639"/>
            </a:xfrm>
            <a:custGeom>
              <a:avLst/>
              <a:gdLst/>
              <a:ahLst/>
              <a:cxnLst/>
              <a:rect l="l" t="t" r="r" b="b"/>
              <a:pathLst>
                <a:path w="51308" h="32639">
                  <a:moveTo>
                    <a:pt x="16383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383" y="32639"/>
                  </a:cubicBezTo>
                  <a:lnTo>
                    <a:pt x="32639" y="32639"/>
                  </a:lnTo>
                  <a:cubicBezTo>
                    <a:pt x="41910" y="32639"/>
                    <a:pt x="51308" y="25654"/>
                    <a:pt x="51308" y="16383"/>
                  </a:cubicBezTo>
                  <a:cubicBezTo>
                    <a:pt x="51308" y="7112"/>
                    <a:pt x="41910" y="0"/>
                    <a:pt x="32639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3" name="Group 333"/>
          <p:cNvGrpSpPr/>
          <p:nvPr/>
        </p:nvGrpSpPr>
        <p:grpSpPr>
          <a:xfrm>
            <a:off x="17220902" y="2423092"/>
            <a:ext cx="118986" cy="24542"/>
            <a:chOff x="0" y="0"/>
            <a:chExt cx="158648" cy="32723"/>
          </a:xfrm>
        </p:grpSpPr>
        <p:sp>
          <p:nvSpPr>
            <p:cNvPr id="334" name="Freeform 334"/>
            <p:cNvSpPr/>
            <p:nvPr/>
          </p:nvSpPr>
          <p:spPr>
            <a:xfrm>
              <a:off x="0" y="0"/>
              <a:ext cx="158623" cy="32639"/>
            </a:xfrm>
            <a:custGeom>
              <a:avLst/>
              <a:gdLst/>
              <a:ahLst/>
              <a:cxnLst/>
              <a:rect l="l" t="t" r="r" b="b"/>
              <a:pathLst>
                <a:path w="158623" h="32639">
                  <a:moveTo>
                    <a:pt x="16383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383" y="32639"/>
                  </a:cubicBezTo>
                  <a:lnTo>
                    <a:pt x="142240" y="32639"/>
                  </a:lnTo>
                  <a:cubicBezTo>
                    <a:pt x="151511" y="32639"/>
                    <a:pt x="158623" y="25654"/>
                    <a:pt x="158623" y="16383"/>
                  </a:cubicBezTo>
                  <a:cubicBezTo>
                    <a:pt x="158623" y="7112"/>
                    <a:pt x="151638" y="0"/>
                    <a:pt x="142240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5" name="Group 335"/>
          <p:cNvGrpSpPr/>
          <p:nvPr/>
        </p:nvGrpSpPr>
        <p:grpSpPr>
          <a:xfrm>
            <a:off x="17052938" y="2423092"/>
            <a:ext cx="119038" cy="24542"/>
            <a:chOff x="0" y="0"/>
            <a:chExt cx="158717" cy="32723"/>
          </a:xfrm>
        </p:grpSpPr>
        <p:sp>
          <p:nvSpPr>
            <p:cNvPr id="336" name="Freeform 336"/>
            <p:cNvSpPr/>
            <p:nvPr/>
          </p:nvSpPr>
          <p:spPr>
            <a:xfrm>
              <a:off x="127" y="0"/>
              <a:ext cx="158496" cy="32639"/>
            </a:xfrm>
            <a:custGeom>
              <a:avLst/>
              <a:gdLst/>
              <a:ahLst/>
              <a:cxnLst/>
              <a:rect l="l" t="t" r="r" b="b"/>
              <a:pathLst>
                <a:path w="158496" h="32639">
                  <a:moveTo>
                    <a:pt x="16256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256" y="32639"/>
                  </a:cubicBezTo>
                  <a:lnTo>
                    <a:pt x="142240" y="32639"/>
                  </a:lnTo>
                  <a:cubicBezTo>
                    <a:pt x="151511" y="32639"/>
                    <a:pt x="158496" y="25654"/>
                    <a:pt x="158496" y="16383"/>
                  </a:cubicBezTo>
                  <a:cubicBezTo>
                    <a:pt x="158496" y="7112"/>
                    <a:pt x="151511" y="0"/>
                    <a:pt x="142240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7" name="Group 337"/>
          <p:cNvGrpSpPr/>
          <p:nvPr/>
        </p:nvGrpSpPr>
        <p:grpSpPr>
          <a:xfrm>
            <a:off x="16885026" y="2423092"/>
            <a:ext cx="118986" cy="24542"/>
            <a:chOff x="0" y="0"/>
            <a:chExt cx="158648" cy="32723"/>
          </a:xfrm>
        </p:grpSpPr>
        <p:sp>
          <p:nvSpPr>
            <p:cNvPr id="338" name="Freeform 338"/>
            <p:cNvSpPr/>
            <p:nvPr/>
          </p:nvSpPr>
          <p:spPr>
            <a:xfrm>
              <a:off x="127" y="0"/>
              <a:ext cx="158496" cy="32639"/>
            </a:xfrm>
            <a:custGeom>
              <a:avLst/>
              <a:gdLst/>
              <a:ahLst/>
              <a:cxnLst/>
              <a:rect l="l" t="t" r="r" b="b"/>
              <a:pathLst>
                <a:path w="158496" h="32639">
                  <a:moveTo>
                    <a:pt x="16256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256" y="32639"/>
                  </a:cubicBezTo>
                  <a:lnTo>
                    <a:pt x="142113" y="32639"/>
                  </a:lnTo>
                  <a:cubicBezTo>
                    <a:pt x="151511" y="32639"/>
                    <a:pt x="158496" y="25654"/>
                    <a:pt x="158496" y="16383"/>
                  </a:cubicBezTo>
                  <a:cubicBezTo>
                    <a:pt x="158496" y="7112"/>
                    <a:pt x="151511" y="0"/>
                    <a:pt x="142113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9" name="Group 339"/>
          <p:cNvGrpSpPr/>
          <p:nvPr/>
        </p:nvGrpSpPr>
        <p:grpSpPr>
          <a:xfrm>
            <a:off x="16885026" y="2507048"/>
            <a:ext cx="1009366" cy="24542"/>
            <a:chOff x="0" y="0"/>
            <a:chExt cx="1345821" cy="32723"/>
          </a:xfrm>
        </p:grpSpPr>
        <p:sp>
          <p:nvSpPr>
            <p:cNvPr id="340" name="Freeform 340"/>
            <p:cNvSpPr/>
            <p:nvPr/>
          </p:nvSpPr>
          <p:spPr>
            <a:xfrm>
              <a:off x="127" y="0"/>
              <a:ext cx="1345692" cy="32639"/>
            </a:xfrm>
            <a:custGeom>
              <a:avLst/>
              <a:gdLst/>
              <a:ahLst/>
              <a:cxnLst/>
              <a:rect l="l" t="t" r="r" b="b"/>
              <a:pathLst>
                <a:path w="1345692" h="32639">
                  <a:moveTo>
                    <a:pt x="16256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256" y="32639"/>
                  </a:cubicBezTo>
                  <a:lnTo>
                    <a:pt x="1329309" y="32639"/>
                  </a:lnTo>
                  <a:cubicBezTo>
                    <a:pt x="1338707" y="32639"/>
                    <a:pt x="1345692" y="25654"/>
                    <a:pt x="1345692" y="16383"/>
                  </a:cubicBezTo>
                  <a:cubicBezTo>
                    <a:pt x="1345692" y="7112"/>
                    <a:pt x="1338707" y="0"/>
                    <a:pt x="1329309" y="0"/>
                  </a:cubicBezTo>
                  <a:close/>
                </a:path>
              </a:pathLst>
            </a:custGeom>
            <a:solidFill>
              <a:srgbClr val="972CB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1" name="Group 341"/>
          <p:cNvGrpSpPr/>
          <p:nvPr/>
        </p:nvGrpSpPr>
        <p:grpSpPr>
          <a:xfrm>
            <a:off x="16743332" y="2423092"/>
            <a:ext cx="59520" cy="24542"/>
            <a:chOff x="0" y="0"/>
            <a:chExt cx="79360" cy="32723"/>
          </a:xfrm>
        </p:grpSpPr>
        <p:sp>
          <p:nvSpPr>
            <p:cNvPr id="342" name="Freeform 342"/>
            <p:cNvSpPr/>
            <p:nvPr/>
          </p:nvSpPr>
          <p:spPr>
            <a:xfrm>
              <a:off x="127" y="0"/>
              <a:ext cx="79248" cy="32639"/>
            </a:xfrm>
            <a:custGeom>
              <a:avLst/>
              <a:gdLst/>
              <a:ahLst/>
              <a:cxnLst/>
              <a:rect l="l" t="t" r="r" b="b"/>
              <a:pathLst>
                <a:path w="79248" h="32639">
                  <a:moveTo>
                    <a:pt x="16256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256" y="32639"/>
                  </a:cubicBezTo>
                  <a:lnTo>
                    <a:pt x="60579" y="32639"/>
                  </a:lnTo>
                  <a:cubicBezTo>
                    <a:pt x="72263" y="32639"/>
                    <a:pt x="79248" y="25654"/>
                    <a:pt x="79248" y="16383"/>
                  </a:cubicBezTo>
                  <a:cubicBezTo>
                    <a:pt x="79248" y="7112"/>
                    <a:pt x="72263" y="0"/>
                    <a:pt x="60579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3" name="Group 343"/>
          <p:cNvGrpSpPr/>
          <p:nvPr/>
        </p:nvGrpSpPr>
        <p:grpSpPr>
          <a:xfrm>
            <a:off x="16743332" y="2507048"/>
            <a:ext cx="59520" cy="24542"/>
            <a:chOff x="0" y="0"/>
            <a:chExt cx="79360" cy="32723"/>
          </a:xfrm>
        </p:grpSpPr>
        <p:sp>
          <p:nvSpPr>
            <p:cNvPr id="344" name="Freeform 344"/>
            <p:cNvSpPr/>
            <p:nvPr/>
          </p:nvSpPr>
          <p:spPr>
            <a:xfrm>
              <a:off x="127" y="0"/>
              <a:ext cx="79248" cy="32639"/>
            </a:xfrm>
            <a:custGeom>
              <a:avLst/>
              <a:gdLst/>
              <a:ahLst/>
              <a:cxnLst/>
              <a:rect l="l" t="t" r="r" b="b"/>
              <a:pathLst>
                <a:path w="79248" h="32639">
                  <a:moveTo>
                    <a:pt x="16256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256" y="32639"/>
                  </a:cubicBezTo>
                  <a:lnTo>
                    <a:pt x="60579" y="32639"/>
                  </a:lnTo>
                  <a:cubicBezTo>
                    <a:pt x="72263" y="32639"/>
                    <a:pt x="79248" y="25654"/>
                    <a:pt x="79248" y="16383"/>
                  </a:cubicBezTo>
                  <a:cubicBezTo>
                    <a:pt x="79248" y="7112"/>
                    <a:pt x="72263" y="0"/>
                    <a:pt x="60579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5" name="Group 345"/>
          <p:cNvGrpSpPr/>
          <p:nvPr/>
        </p:nvGrpSpPr>
        <p:grpSpPr>
          <a:xfrm>
            <a:off x="16743332" y="2591004"/>
            <a:ext cx="59520" cy="24542"/>
            <a:chOff x="0" y="0"/>
            <a:chExt cx="79360" cy="32723"/>
          </a:xfrm>
        </p:grpSpPr>
        <p:sp>
          <p:nvSpPr>
            <p:cNvPr id="346" name="Freeform 346"/>
            <p:cNvSpPr/>
            <p:nvPr/>
          </p:nvSpPr>
          <p:spPr>
            <a:xfrm>
              <a:off x="127" y="0"/>
              <a:ext cx="79248" cy="32639"/>
            </a:xfrm>
            <a:custGeom>
              <a:avLst/>
              <a:gdLst/>
              <a:ahLst/>
              <a:cxnLst/>
              <a:rect l="l" t="t" r="r" b="b"/>
              <a:pathLst>
                <a:path w="79248" h="32639">
                  <a:moveTo>
                    <a:pt x="16256" y="0"/>
                  </a:moveTo>
                  <a:cubicBezTo>
                    <a:pt x="6985" y="0"/>
                    <a:pt x="0" y="7112"/>
                    <a:pt x="0" y="16383"/>
                  </a:cubicBezTo>
                  <a:cubicBezTo>
                    <a:pt x="0" y="25654"/>
                    <a:pt x="6985" y="32639"/>
                    <a:pt x="16256" y="32639"/>
                  </a:cubicBezTo>
                  <a:lnTo>
                    <a:pt x="60579" y="32639"/>
                  </a:lnTo>
                  <a:cubicBezTo>
                    <a:pt x="72263" y="32639"/>
                    <a:pt x="79248" y="25654"/>
                    <a:pt x="79248" y="16383"/>
                  </a:cubicBezTo>
                  <a:cubicBezTo>
                    <a:pt x="79248" y="7112"/>
                    <a:pt x="72263" y="0"/>
                    <a:pt x="60579" y="0"/>
                  </a:cubicBezTo>
                  <a:close/>
                </a:path>
              </a:pathLst>
            </a:custGeom>
            <a:solidFill>
              <a:srgbClr val="12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7" name="Group 347"/>
          <p:cNvGrpSpPr/>
          <p:nvPr/>
        </p:nvGrpSpPr>
        <p:grpSpPr>
          <a:xfrm>
            <a:off x="17955584" y="2507048"/>
            <a:ext cx="148720" cy="24542"/>
            <a:chOff x="0" y="0"/>
            <a:chExt cx="198293" cy="32723"/>
          </a:xfrm>
        </p:grpSpPr>
        <p:sp>
          <p:nvSpPr>
            <p:cNvPr id="348" name="Freeform 348"/>
            <p:cNvSpPr/>
            <p:nvPr/>
          </p:nvSpPr>
          <p:spPr>
            <a:xfrm>
              <a:off x="0" y="0"/>
              <a:ext cx="198374" cy="32639"/>
            </a:xfrm>
            <a:custGeom>
              <a:avLst/>
              <a:gdLst/>
              <a:ahLst/>
              <a:cxnLst/>
              <a:rect l="l" t="t" r="r" b="b"/>
              <a:pathLst>
                <a:path w="198374" h="32639">
                  <a:moveTo>
                    <a:pt x="18669" y="0"/>
                  </a:moveTo>
                  <a:cubicBezTo>
                    <a:pt x="9398" y="0"/>
                    <a:pt x="0" y="6985"/>
                    <a:pt x="0" y="16383"/>
                  </a:cubicBezTo>
                  <a:cubicBezTo>
                    <a:pt x="0" y="25781"/>
                    <a:pt x="9398" y="32639"/>
                    <a:pt x="18669" y="32639"/>
                  </a:cubicBezTo>
                  <a:lnTo>
                    <a:pt x="181991" y="32639"/>
                  </a:lnTo>
                  <a:cubicBezTo>
                    <a:pt x="191389" y="32639"/>
                    <a:pt x="198374" y="25654"/>
                    <a:pt x="198374" y="16383"/>
                  </a:cubicBezTo>
                  <a:cubicBezTo>
                    <a:pt x="198374" y="7112"/>
                    <a:pt x="191262" y="0"/>
                    <a:pt x="181991" y="0"/>
                  </a:cubicBezTo>
                  <a:close/>
                </a:path>
              </a:pathLst>
            </a:custGeom>
            <a:solidFill>
              <a:srgbClr val="972CB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9" name="Group 349"/>
          <p:cNvGrpSpPr/>
          <p:nvPr/>
        </p:nvGrpSpPr>
        <p:grpSpPr>
          <a:xfrm>
            <a:off x="16881512" y="2591004"/>
            <a:ext cx="426914" cy="24542"/>
            <a:chOff x="0" y="0"/>
            <a:chExt cx="569219" cy="32723"/>
          </a:xfrm>
        </p:grpSpPr>
        <p:sp>
          <p:nvSpPr>
            <p:cNvPr id="350" name="Freeform 350"/>
            <p:cNvSpPr/>
            <p:nvPr/>
          </p:nvSpPr>
          <p:spPr>
            <a:xfrm>
              <a:off x="127" y="0"/>
              <a:ext cx="568960" cy="32639"/>
            </a:xfrm>
            <a:custGeom>
              <a:avLst/>
              <a:gdLst/>
              <a:ahLst/>
              <a:cxnLst/>
              <a:rect l="l" t="t" r="r" b="b"/>
              <a:pathLst>
                <a:path w="568960" h="32639">
                  <a:moveTo>
                    <a:pt x="16256" y="0"/>
                  </a:moveTo>
                  <a:cubicBezTo>
                    <a:pt x="6985" y="0"/>
                    <a:pt x="0" y="7112"/>
                    <a:pt x="0" y="16383"/>
                  </a:cubicBezTo>
                  <a:cubicBezTo>
                    <a:pt x="0" y="25654"/>
                    <a:pt x="6985" y="32639"/>
                    <a:pt x="16256" y="32639"/>
                  </a:cubicBezTo>
                  <a:lnTo>
                    <a:pt x="550291" y="32639"/>
                  </a:lnTo>
                  <a:cubicBezTo>
                    <a:pt x="559689" y="32639"/>
                    <a:pt x="568960" y="25654"/>
                    <a:pt x="568960" y="16383"/>
                  </a:cubicBezTo>
                  <a:cubicBezTo>
                    <a:pt x="568960" y="7112"/>
                    <a:pt x="559689" y="0"/>
                    <a:pt x="550291" y="0"/>
                  </a:cubicBezTo>
                  <a:close/>
                </a:path>
              </a:pathLst>
            </a:custGeom>
            <a:solidFill>
              <a:srgbClr val="972CB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1" name="Group 351"/>
          <p:cNvGrpSpPr/>
          <p:nvPr/>
        </p:nvGrpSpPr>
        <p:grpSpPr>
          <a:xfrm>
            <a:off x="17441306" y="2699450"/>
            <a:ext cx="481084" cy="26272"/>
            <a:chOff x="0" y="0"/>
            <a:chExt cx="641445" cy="35029"/>
          </a:xfrm>
        </p:grpSpPr>
        <p:sp>
          <p:nvSpPr>
            <p:cNvPr id="352" name="Freeform 352"/>
            <p:cNvSpPr/>
            <p:nvPr/>
          </p:nvSpPr>
          <p:spPr>
            <a:xfrm>
              <a:off x="0" y="127"/>
              <a:ext cx="641350" cy="34925"/>
            </a:xfrm>
            <a:custGeom>
              <a:avLst/>
              <a:gdLst/>
              <a:ahLst/>
              <a:cxnLst/>
              <a:rect l="l" t="t" r="r" b="b"/>
              <a:pathLst>
                <a:path w="641350" h="34925">
                  <a:moveTo>
                    <a:pt x="16383" y="0"/>
                  </a:moveTo>
                  <a:cubicBezTo>
                    <a:pt x="6985" y="0"/>
                    <a:pt x="0" y="9271"/>
                    <a:pt x="0" y="18542"/>
                  </a:cubicBezTo>
                  <a:cubicBezTo>
                    <a:pt x="0" y="27813"/>
                    <a:pt x="6985" y="34925"/>
                    <a:pt x="16383" y="34925"/>
                  </a:cubicBezTo>
                  <a:lnTo>
                    <a:pt x="625094" y="34925"/>
                  </a:lnTo>
                  <a:cubicBezTo>
                    <a:pt x="634365" y="34925"/>
                    <a:pt x="641350" y="27940"/>
                    <a:pt x="641350" y="18542"/>
                  </a:cubicBezTo>
                  <a:cubicBezTo>
                    <a:pt x="641350" y="9144"/>
                    <a:pt x="634365" y="0"/>
                    <a:pt x="625094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3" name="Group 353"/>
          <p:cNvGrpSpPr/>
          <p:nvPr/>
        </p:nvGrpSpPr>
        <p:grpSpPr>
          <a:xfrm>
            <a:off x="17764912" y="2641714"/>
            <a:ext cx="157478" cy="26324"/>
            <a:chOff x="0" y="0"/>
            <a:chExt cx="209971" cy="35099"/>
          </a:xfrm>
        </p:grpSpPr>
        <p:sp>
          <p:nvSpPr>
            <p:cNvPr id="354" name="Freeform 354"/>
            <p:cNvSpPr/>
            <p:nvPr/>
          </p:nvSpPr>
          <p:spPr>
            <a:xfrm>
              <a:off x="0" y="127"/>
              <a:ext cx="209804" cy="34925"/>
            </a:xfrm>
            <a:custGeom>
              <a:avLst/>
              <a:gdLst/>
              <a:ahLst/>
              <a:cxnLst/>
              <a:rect l="l" t="t" r="r" b="b"/>
              <a:pathLst>
                <a:path w="209804" h="34925">
                  <a:moveTo>
                    <a:pt x="18669" y="0"/>
                  </a:moveTo>
                  <a:cubicBezTo>
                    <a:pt x="9398" y="0"/>
                    <a:pt x="0" y="6985"/>
                    <a:pt x="0" y="18669"/>
                  </a:cubicBezTo>
                  <a:cubicBezTo>
                    <a:pt x="0" y="27940"/>
                    <a:pt x="9398" y="34925"/>
                    <a:pt x="18669" y="34925"/>
                  </a:cubicBezTo>
                  <a:lnTo>
                    <a:pt x="193548" y="34925"/>
                  </a:lnTo>
                  <a:cubicBezTo>
                    <a:pt x="202819" y="34925"/>
                    <a:pt x="209804" y="27940"/>
                    <a:pt x="209804" y="18669"/>
                  </a:cubicBezTo>
                  <a:cubicBezTo>
                    <a:pt x="209804" y="6985"/>
                    <a:pt x="202819" y="0"/>
                    <a:pt x="193548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5" name="Group 355"/>
          <p:cNvGrpSpPr/>
          <p:nvPr/>
        </p:nvGrpSpPr>
        <p:grpSpPr>
          <a:xfrm>
            <a:off x="16743332" y="2116948"/>
            <a:ext cx="503844" cy="26324"/>
            <a:chOff x="0" y="0"/>
            <a:chExt cx="671792" cy="35099"/>
          </a:xfrm>
        </p:grpSpPr>
        <p:sp>
          <p:nvSpPr>
            <p:cNvPr id="356" name="Freeform 356"/>
            <p:cNvSpPr/>
            <p:nvPr/>
          </p:nvSpPr>
          <p:spPr>
            <a:xfrm>
              <a:off x="127" y="127"/>
              <a:ext cx="671703" cy="34925"/>
            </a:xfrm>
            <a:custGeom>
              <a:avLst/>
              <a:gdLst/>
              <a:ahLst/>
              <a:cxnLst/>
              <a:rect l="l" t="t" r="r" b="b"/>
              <a:pathLst>
                <a:path w="671703" h="34925">
                  <a:moveTo>
                    <a:pt x="16256" y="0"/>
                  </a:moveTo>
                  <a:cubicBezTo>
                    <a:pt x="6985" y="0"/>
                    <a:pt x="0" y="6985"/>
                    <a:pt x="0" y="16256"/>
                  </a:cubicBezTo>
                  <a:cubicBezTo>
                    <a:pt x="0" y="25527"/>
                    <a:pt x="6985" y="34925"/>
                    <a:pt x="16256" y="34925"/>
                  </a:cubicBezTo>
                  <a:lnTo>
                    <a:pt x="653034" y="34925"/>
                  </a:lnTo>
                  <a:cubicBezTo>
                    <a:pt x="662305" y="34925"/>
                    <a:pt x="671703" y="25654"/>
                    <a:pt x="671703" y="16256"/>
                  </a:cubicBezTo>
                  <a:cubicBezTo>
                    <a:pt x="671703" y="6858"/>
                    <a:pt x="662305" y="0"/>
                    <a:pt x="653034" y="0"/>
                  </a:cubicBezTo>
                  <a:close/>
                </a:path>
              </a:pathLst>
            </a:custGeom>
            <a:solidFill>
              <a:srgbClr val="972CB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7" name="Group 357"/>
          <p:cNvGrpSpPr/>
          <p:nvPr/>
        </p:nvGrpSpPr>
        <p:grpSpPr>
          <a:xfrm>
            <a:off x="16743332" y="2935586"/>
            <a:ext cx="813450" cy="24542"/>
            <a:chOff x="0" y="0"/>
            <a:chExt cx="1084600" cy="32723"/>
          </a:xfrm>
        </p:grpSpPr>
        <p:sp>
          <p:nvSpPr>
            <p:cNvPr id="358" name="Freeform 358"/>
            <p:cNvSpPr/>
            <p:nvPr/>
          </p:nvSpPr>
          <p:spPr>
            <a:xfrm>
              <a:off x="127" y="127"/>
              <a:ext cx="1084453" cy="32639"/>
            </a:xfrm>
            <a:custGeom>
              <a:avLst/>
              <a:gdLst/>
              <a:ahLst/>
              <a:cxnLst/>
              <a:rect l="l" t="t" r="r" b="b"/>
              <a:pathLst>
                <a:path w="1084453" h="32639">
                  <a:moveTo>
                    <a:pt x="16256" y="0"/>
                  </a:moveTo>
                  <a:cubicBezTo>
                    <a:pt x="6985" y="0"/>
                    <a:pt x="0" y="6985"/>
                    <a:pt x="0" y="16256"/>
                  </a:cubicBezTo>
                  <a:cubicBezTo>
                    <a:pt x="0" y="25527"/>
                    <a:pt x="6985" y="32639"/>
                    <a:pt x="16256" y="32639"/>
                  </a:cubicBezTo>
                  <a:lnTo>
                    <a:pt x="1068070" y="32639"/>
                  </a:lnTo>
                  <a:cubicBezTo>
                    <a:pt x="1077468" y="32639"/>
                    <a:pt x="1084453" y="25654"/>
                    <a:pt x="1084453" y="16256"/>
                  </a:cubicBezTo>
                  <a:cubicBezTo>
                    <a:pt x="1084453" y="6858"/>
                    <a:pt x="1077468" y="0"/>
                    <a:pt x="1068070" y="0"/>
                  </a:cubicBezTo>
                  <a:close/>
                </a:path>
              </a:pathLst>
            </a:custGeom>
            <a:solidFill>
              <a:srgbClr val="878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9" name="Group 359"/>
          <p:cNvGrpSpPr/>
          <p:nvPr/>
        </p:nvGrpSpPr>
        <p:grpSpPr>
          <a:xfrm>
            <a:off x="17483258" y="2785190"/>
            <a:ext cx="241486" cy="24542"/>
            <a:chOff x="0" y="0"/>
            <a:chExt cx="321981" cy="32723"/>
          </a:xfrm>
        </p:grpSpPr>
        <p:sp>
          <p:nvSpPr>
            <p:cNvPr id="360" name="Freeform 360"/>
            <p:cNvSpPr/>
            <p:nvPr/>
          </p:nvSpPr>
          <p:spPr>
            <a:xfrm>
              <a:off x="127" y="0"/>
              <a:ext cx="321691" cy="32639"/>
            </a:xfrm>
            <a:custGeom>
              <a:avLst/>
              <a:gdLst/>
              <a:ahLst/>
              <a:cxnLst/>
              <a:rect l="l" t="t" r="r" b="b"/>
              <a:pathLst>
                <a:path w="321691" h="32639">
                  <a:moveTo>
                    <a:pt x="18669" y="0"/>
                  </a:moveTo>
                  <a:cubicBezTo>
                    <a:pt x="9271" y="0"/>
                    <a:pt x="0" y="6985"/>
                    <a:pt x="0" y="16383"/>
                  </a:cubicBezTo>
                  <a:cubicBezTo>
                    <a:pt x="0" y="25781"/>
                    <a:pt x="9271" y="32639"/>
                    <a:pt x="18669" y="32639"/>
                  </a:cubicBezTo>
                  <a:lnTo>
                    <a:pt x="305435" y="32639"/>
                  </a:lnTo>
                  <a:cubicBezTo>
                    <a:pt x="314706" y="32639"/>
                    <a:pt x="321691" y="25654"/>
                    <a:pt x="321691" y="16383"/>
                  </a:cubicBezTo>
                  <a:cubicBezTo>
                    <a:pt x="321691" y="7112"/>
                    <a:pt x="314833" y="0"/>
                    <a:pt x="305435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1" name="Group 361"/>
          <p:cNvGrpSpPr/>
          <p:nvPr/>
        </p:nvGrpSpPr>
        <p:grpSpPr>
          <a:xfrm>
            <a:off x="17805134" y="2785190"/>
            <a:ext cx="321930" cy="24542"/>
            <a:chOff x="0" y="0"/>
            <a:chExt cx="429240" cy="32723"/>
          </a:xfrm>
        </p:grpSpPr>
        <p:sp>
          <p:nvSpPr>
            <p:cNvPr id="362" name="Freeform 362"/>
            <p:cNvSpPr/>
            <p:nvPr/>
          </p:nvSpPr>
          <p:spPr>
            <a:xfrm>
              <a:off x="127" y="0"/>
              <a:ext cx="429006" cy="32639"/>
            </a:xfrm>
            <a:custGeom>
              <a:avLst/>
              <a:gdLst/>
              <a:ahLst/>
              <a:cxnLst/>
              <a:rect l="l" t="t" r="r" b="b"/>
              <a:pathLst>
                <a:path w="429006" h="32639">
                  <a:moveTo>
                    <a:pt x="16256" y="0"/>
                  </a:moveTo>
                  <a:cubicBezTo>
                    <a:pt x="6985" y="0"/>
                    <a:pt x="0" y="6985"/>
                    <a:pt x="0" y="16383"/>
                  </a:cubicBezTo>
                  <a:cubicBezTo>
                    <a:pt x="0" y="25781"/>
                    <a:pt x="6985" y="32639"/>
                    <a:pt x="16256" y="32639"/>
                  </a:cubicBezTo>
                  <a:lnTo>
                    <a:pt x="412750" y="32639"/>
                  </a:lnTo>
                  <a:cubicBezTo>
                    <a:pt x="422021" y="32639"/>
                    <a:pt x="429006" y="25654"/>
                    <a:pt x="429006" y="16383"/>
                  </a:cubicBezTo>
                  <a:cubicBezTo>
                    <a:pt x="429006" y="7112"/>
                    <a:pt x="422021" y="0"/>
                    <a:pt x="412750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3" name="Group 363"/>
          <p:cNvGrpSpPr/>
          <p:nvPr/>
        </p:nvGrpSpPr>
        <p:grpSpPr>
          <a:xfrm>
            <a:off x="17805134" y="2904124"/>
            <a:ext cx="321930" cy="26272"/>
            <a:chOff x="0" y="0"/>
            <a:chExt cx="429240" cy="35029"/>
          </a:xfrm>
        </p:grpSpPr>
        <p:sp>
          <p:nvSpPr>
            <p:cNvPr id="364" name="Freeform 364"/>
            <p:cNvSpPr/>
            <p:nvPr/>
          </p:nvSpPr>
          <p:spPr>
            <a:xfrm>
              <a:off x="127" y="0"/>
              <a:ext cx="429006" cy="35052"/>
            </a:xfrm>
            <a:custGeom>
              <a:avLst/>
              <a:gdLst/>
              <a:ahLst/>
              <a:cxnLst/>
              <a:rect l="l" t="t" r="r" b="b"/>
              <a:pathLst>
                <a:path w="429006" h="35052">
                  <a:moveTo>
                    <a:pt x="16256" y="0"/>
                  </a:moveTo>
                  <a:cubicBezTo>
                    <a:pt x="6985" y="0"/>
                    <a:pt x="0" y="9398"/>
                    <a:pt x="0" y="18669"/>
                  </a:cubicBezTo>
                  <a:cubicBezTo>
                    <a:pt x="0" y="27940"/>
                    <a:pt x="6985" y="35052"/>
                    <a:pt x="16256" y="35052"/>
                  </a:cubicBezTo>
                  <a:lnTo>
                    <a:pt x="412750" y="35052"/>
                  </a:lnTo>
                  <a:cubicBezTo>
                    <a:pt x="422021" y="35052"/>
                    <a:pt x="429006" y="28067"/>
                    <a:pt x="429006" y="18669"/>
                  </a:cubicBezTo>
                  <a:cubicBezTo>
                    <a:pt x="429006" y="9271"/>
                    <a:pt x="422021" y="0"/>
                    <a:pt x="412750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5" name="Group 365"/>
          <p:cNvGrpSpPr/>
          <p:nvPr/>
        </p:nvGrpSpPr>
        <p:grpSpPr>
          <a:xfrm>
            <a:off x="16743332" y="3017812"/>
            <a:ext cx="122500" cy="26272"/>
            <a:chOff x="0" y="0"/>
            <a:chExt cx="163333" cy="35029"/>
          </a:xfrm>
        </p:grpSpPr>
        <p:sp>
          <p:nvSpPr>
            <p:cNvPr id="366" name="Freeform 366"/>
            <p:cNvSpPr/>
            <p:nvPr/>
          </p:nvSpPr>
          <p:spPr>
            <a:xfrm>
              <a:off x="127" y="127"/>
              <a:ext cx="163195" cy="34925"/>
            </a:xfrm>
            <a:custGeom>
              <a:avLst/>
              <a:gdLst/>
              <a:ahLst/>
              <a:cxnLst/>
              <a:rect l="l" t="t" r="r" b="b"/>
              <a:pathLst>
                <a:path w="163195" h="34925">
                  <a:moveTo>
                    <a:pt x="16256" y="0"/>
                  </a:moveTo>
                  <a:cubicBezTo>
                    <a:pt x="6985" y="0"/>
                    <a:pt x="0" y="6985"/>
                    <a:pt x="0" y="18542"/>
                  </a:cubicBezTo>
                  <a:cubicBezTo>
                    <a:pt x="0" y="27940"/>
                    <a:pt x="6985" y="34925"/>
                    <a:pt x="16256" y="34925"/>
                  </a:cubicBezTo>
                  <a:lnTo>
                    <a:pt x="146812" y="34925"/>
                  </a:lnTo>
                  <a:cubicBezTo>
                    <a:pt x="156210" y="34925"/>
                    <a:pt x="163195" y="27940"/>
                    <a:pt x="163195" y="18542"/>
                  </a:cubicBezTo>
                  <a:cubicBezTo>
                    <a:pt x="163195" y="6985"/>
                    <a:pt x="156210" y="0"/>
                    <a:pt x="146812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7" name="Group 367"/>
          <p:cNvGrpSpPr/>
          <p:nvPr/>
        </p:nvGrpSpPr>
        <p:grpSpPr>
          <a:xfrm>
            <a:off x="16897296" y="3017812"/>
            <a:ext cx="757444" cy="26272"/>
            <a:chOff x="0" y="0"/>
            <a:chExt cx="1009925" cy="35029"/>
          </a:xfrm>
        </p:grpSpPr>
        <p:sp>
          <p:nvSpPr>
            <p:cNvPr id="368" name="Freeform 368"/>
            <p:cNvSpPr/>
            <p:nvPr/>
          </p:nvSpPr>
          <p:spPr>
            <a:xfrm>
              <a:off x="0" y="127"/>
              <a:ext cx="1009904" cy="34925"/>
            </a:xfrm>
            <a:custGeom>
              <a:avLst/>
              <a:gdLst/>
              <a:ahLst/>
              <a:cxnLst/>
              <a:rect l="l" t="t" r="r" b="b"/>
              <a:pathLst>
                <a:path w="1009904" h="34925">
                  <a:moveTo>
                    <a:pt x="18669" y="0"/>
                  </a:moveTo>
                  <a:cubicBezTo>
                    <a:pt x="9398" y="0"/>
                    <a:pt x="0" y="6985"/>
                    <a:pt x="0" y="18542"/>
                  </a:cubicBezTo>
                  <a:cubicBezTo>
                    <a:pt x="0" y="27940"/>
                    <a:pt x="9398" y="34925"/>
                    <a:pt x="18669" y="34925"/>
                  </a:cubicBezTo>
                  <a:lnTo>
                    <a:pt x="993521" y="34925"/>
                  </a:lnTo>
                  <a:cubicBezTo>
                    <a:pt x="1002919" y="34925"/>
                    <a:pt x="1009904" y="27940"/>
                    <a:pt x="1009904" y="18542"/>
                  </a:cubicBezTo>
                  <a:cubicBezTo>
                    <a:pt x="1009904" y="6985"/>
                    <a:pt x="1002919" y="0"/>
                    <a:pt x="993521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87033" y="-116794"/>
            <a:ext cx="2045018" cy="1145494"/>
          </a:xfrm>
          <a:custGeom>
            <a:avLst/>
            <a:gdLst/>
            <a:ahLst/>
            <a:cxnLst/>
            <a:rect l="l" t="t" r="r" b="b"/>
            <a:pathLst>
              <a:path w="2045018" h="1145494">
                <a:moveTo>
                  <a:pt x="0" y="0"/>
                </a:moveTo>
                <a:lnTo>
                  <a:pt x="2045018" y="0"/>
                </a:lnTo>
                <a:lnTo>
                  <a:pt x="2045018" y="1145494"/>
                </a:lnTo>
                <a:lnTo>
                  <a:pt x="0" y="1145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43000" y="9138092"/>
            <a:ext cx="2045018" cy="1145494"/>
          </a:xfrm>
          <a:custGeom>
            <a:avLst/>
            <a:gdLst/>
            <a:ahLst/>
            <a:cxnLst/>
            <a:rect l="l" t="t" r="r" b="b"/>
            <a:pathLst>
              <a:path w="2045018" h="1145494">
                <a:moveTo>
                  <a:pt x="0" y="0"/>
                </a:moveTo>
                <a:lnTo>
                  <a:pt x="2045018" y="0"/>
                </a:lnTo>
                <a:lnTo>
                  <a:pt x="2045018" y="1145494"/>
                </a:lnTo>
                <a:lnTo>
                  <a:pt x="0" y="114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8999"/>
            </a:blip>
            <a:stretch>
              <a:fillRect l="-8372" r="-83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805068"/>
            <a:ext cx="1522515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9"/>
              </a:lnSpc>
            </a:pPr>
            <a:r>
              <a:rPr lang="en-US" sz="78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TABLE OF CONTENTS.....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6424" y="4360422"/>
            <a:ext cx="445155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dirty="0">
                <a:solidFill>
                  <a:srgbClr val="C8AEF8"/>
                </a:solidFill>
                <a:latin typeface="Oswald"/>
                <a:ea typeface="Oswald"/>
                <a:cs typeface="Oswald"/>
                <a:sym typeface="Oswald"/>
              </a:rPr>
              <a:t>Introduction</a:t>
            </a:r>
          </a:p>
          <a:p>
            <a:pPr algn="ctr">
              <a:lnSpc>
                <a:spcPts val="4439"/>
              </a:lnSpc>
            </a:pPr>
            <a:endParaRPr lang="en-US" sz="5599" dirty="0">
              <a:solidFill>
                <a:srgbClr val="C8AEF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415624" y="2873950"/>
            <a:ext cx="20131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sz="7799" dirty="0">
                <a:solidFill>
                  <a:srgbClr val="C8AEF8"/>
                </a:solidFill>
                <a:latin typeface="Oswald"/>
                <a:ea typeface="Oswald"/>
                <a:cs typeface="Oswald"/>
                <a:sym typeface="Oswa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61990" y="4360422"/>
            <a:ext cx="4670674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 dirty="0">
                <a:solidFill>
                  <a:srgbClr val="45FFC6"/>
                </a:solidFill>
                <a:latin typeface="Oswald"/>
                <a:ea typeface="Oswald"/>
                <a:cs typeface="Oswald"/>
                <a:sym typeface="Oswald"/>
              </a:rPr>
              <a:t>Technologies</a:t>
            </a:r>
          </a:p>
          <a:p>
            <a:pPr algn="ctr">
              <a:lnSpc>
                <a:spcPts val="6720"/>
              </a:lnSpc>
            </a:pPr>
            <a:endParaRPr lang="en-US" sz="5600" dirty="0">
              <a:solidFill>
                <a:srgbClr val="45FFC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490752" y="2873950"/>
            <a:ext cx="20131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sz="7799" dirty="0">
                <a:solidFill>
                  <a:srgbClr val="45FFC6"/>
                </a:solidFill>
                <a:latin typeface="Oswald"/>
                <a:ea typeface="Oswald"/>
                <a:cs typeface="Oswald"/>
                <a:sym typeface="Oswa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35716" y="4373547"/>
            <a:ext cx="5338818" cy="251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5534" dirty="0">
                <a:solidFill>
                  <a:srgbClr val="E1F1FF"/>
                </a:solidFill>
                <a:latin typeface="Oswald"/>
                <a:ea typeface="Oswald"/>
                <a:cs typeface="Oswald"/>
                <a:sym typeface="Oswald"/>
              </a:rPr>
              <a:t>Mobile Application</a:t>
            </a:r>
          </a:p>
          <a:p>
            <a:pPr algn="ctr">
              <a:lnSpc>
                <a:spcPts val="6641"/>
              </a:lnSpc>
            </a:pPr>
            <a:r>
              <a:rPr lang="en-US" sz="5534" dirty="0">
                <a:solidFill>
                  <a:srgbClr val="E1F1FF"/>
                </a:solidFill>
                <a:latin typeface="Oswald"/>
                <a:ea typeface="Oswald"/>
                <a:cs typeface="Oswald"/>
                <a:sym typeface="Oswald"/>
              </a:rPr>
              <a:t>Features</a:t>
            </a:r>
          </a:p>
          <a:p>
            <a:pPr algn="ctr">
              <a:lnSpc>
                <a:spcPts val="6641"/>
              </a:lnSpc>
            </a:pPr>
            <a:endParaRPr lang="en-US" sz="5534" dirty="0">
              <a:solidFill>
                <a:srgbClr val="E1F1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64477" y="2873950"/>
            <a:ext cx="20131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sz="7799" dirty="0">
                <a:solidFill>
                  <a:srgbClr val="E1F1FF"/>
                </a:solidFill>
                <a:latin typeface="Oswald"/>
                <a:ea typeface="Oswald"/>
                <a:cs typeface="Oswald"/>
                <a:sym typeface="Oswa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7793022"/>
            <a:ext cx="7191037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dirty="0">
                <a:solidFill>
                  <a:srgbClr val="35C2DF"/>
                </a:solidFill>
                <a:latin typeface="Oswald"/>
                <a:ea typeface="Oswald"/>
                <a:cs typeface="Oswald"/>
                <a:sym typeface="Oswald"/>
              </a:rPr>
              <a:t>Web Application </a:t>
            </a:r>
          </a:p>
          <a:p>
            <a:pPr algn="ctr">
              <a:lnSpc>
                <a:spcPts val="6719"/>
              </a:lnSpc>
            </a:pPr>
            <a:r>
              <a:rPr lang="en-US" sz="5599" dirty="0">
                <a:solidFill>
                  <a:srgbClr val="35C2DF"/>
                </a:solidFill>
                <a:latin typeface="Oswald"/>
                <a:ea typeface="Oswald"/>
                <a:cs typeface="Oswald"/>
                <a:sym typeface="Oswald"/>
              </a:rPr>
              <a:t>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88944" y="6621447"/>
            <a:ext cx="20131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sz="7799" dirty="0">
                <a:solidFill>
                  <a:srgbClr val="35C2DF"/>
                </a:solidFill>
                <a:latin typeface="Oswald"/>
                <a:ea typeface="Oswald"/>
                <a:cs typeface="Oswald"/>
                <a:sym typeface="Oswa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81114" y="7793022"/>
            <a:ext cx="445155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5599" dirty="0">
                <a:solidFill>
                  <a:srgbClr val="CA7BEB"/>
                </a:solidFill>
                <a:latin typeface="Oswald"/>
                <a:ea typeface="Oswald"/>
                <a:cs typeface="Oswald"/>
                <a:sym typeface="Oswald"/>
              </a:rPr>
              <a:t>Demonstration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90752" y="6621447"/>
            <a:ext cx="20131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sz="7799" dirty="0">
                <a:solidFill>
                  <a:srgbClr val="CA7BEB"/>
                </a:solidFill>
                <a:latin typeface="Oswald"/>
                <a:ea typeface="Oswald"/>
                <a:cs typeface="Oswald"/>
                <a:sym typeface="Oswald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64477" y="6621447"/>
            <a:ext cx="20131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sz="7799" dirty="0">
                <a:solidFill>
                  <a:srgbClr val="A7F2F6"/>
                </a:solidFill>
                <a:latin typeface="Oswald"/>
                <a:ea typeface="Oswald"/>
                <a:cs typeface="Oswald"/>
                <a:sym typeface="Oswald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35716" y="7793022"/>
            <a:ext cx="4670674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5600" dirty="0">
                <a:solidFill>
                  <a:srgbClr val="A7F2F6"/>
                </a:solidFill>
                <a:latin typeface="Oswald"/>
                <a:ea typeface="Oswald"/>
                <a:cs typeface="Oswald"/>
                <a:sym typeface="Oswald"/>
              </a:rPr>
              <a:t>Discussion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0819" y="7900759"/>
            <a:ext cx="4847164" cy="2715082"/>
          </a:xfrm>
          <a:custGeom>
            <a:avLst/>
            <a:gdLst/>
            <a:ahLst/>
            <a:cxnLst/>
            <a:rect l="l" t="t" r="r" b="b"/>
            <a:pathLst>
              <a:path w="4847164" h="2715082">
                <a:moveTo>
                  <a:pt x="0" y="0"/>
                </a:moveTo>
                <a:lnTo>
                  <a:pt x="4847164" y="0"/>
                </a:lnTo>
                <a:lnTo>
                  <a:pt x="4847164" y="2715082"/>
                </a:lnTo>
                <a:lnTo>
                  <a:pt x="0" y="27150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223557" y="-328841"/>
            <a:ext cx="4847164" cy="2715082"/>
          </a:xfrm>
          <a:custGeom>
            <a:avLst/>
            <a:gdLst/>
            <a:ahLst/>
            <a:cxnLst/>
            <a:rect l="l" t="t" r="r" b="b"/>
            <a:pathLst>
              <a:path w="4847164" h="2715082">
                <a:moveTo>
                  <a:pt x="0" y="0"/>
                </a:moveTo>
                <a:lnTo>
                  <a:pt x="4847164" y="0"/>
                </a:lnTo>
                <a:lnTo>
                  <a:pt x="4847164" y="2715082"/>
                </a:lnTo>
                <a:lnTo>
                  <a:pt x="0" y="27150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7000"/>
            </a:blip>
            <a:stretch>
              <a:fillRect l="-298" r="-2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-323919" y="4732667"/>
            <a:ext cx="18299193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5"/>
              </a:lnSpc>
            </a:pPr>
            <a:r>
              <a:rPr lang="en-US" sz="7070" dirty="0">
                <a:solidFill>
                  <a:srgbClr val="CEF3F5"/>
                </a:solidFill>
                <a:latin typeface="Oswald"/>
                <a:ea typeface="Oswald"/>
                <a:cs typeface="Oswald"/>
                <a:sym typeface="Oswald"/>
              </a:rPr>
              <a:t>“Knowledge-sharing platform</a:t>
            </a:r>
          </a:p>
          <a:p>
            <a:pPr algn="ctr">
              <a:lnSpc>
                <a:spcPts val="8485"/>
              </a:lnSpc>
            </a:pPr>
            <a:r>
              <a:rPr lang="en-US" sz="7070" dirty="0">
                <a:solidFill>
                  <a:srgbClr val="CEF3F5"/>
                </a:solidFill>
                <a:latin typeface="Oswald"/>
                <a:ea typeface="Oswald"/>
                <a:cs typeface="Oswald"/>
                <a:sym typeface="Oswald"/>
              </a:rPr>
              <a:t> for </a:t>
            </a:r>
          </a:p>
          <a:p>
            <a:pPr algn="ctr">
              <a:lnSpc>
                <a:spcPts val="8485"/>
              </a:lnSpc>
            </a:pPr>
            <a:r>
              <a:rPr lang="en-US" sz="7070" dirty="0">
                <a:solidFill>
                  <a:srgbClr val="CEF3F5"/>
                </a:solidFill>
                <a:latin typeface="Oswald"/>
                <a:ea typeface="Oswald"/>
                <a:cs typeface="Oswald"/>
                <a:sym typeface="Oswald"/>
              </a:rPr>
              <a:t>    Software Engineering students “</a:t>
            </a:r>
          </a:p>
          <a:p>
            <a:pPr algn="ctr">
              <a:lnSpc>
                <a:spcPts val="4205"/>
              </a:lnSpc>
            </a:pPr>
            <a:endParaRPr lang="en-US" sz="7070" dirty="0">
              <a:solidFill>
                <a:srgbClr val="CEF3F5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4205"/>
              </a:lnSpc>
            </a:pPr>
            <a:endParaRPr lang="en-US" sz="7070" dirty="0">
              <a:solidFill>
                <a:srgbClr val="CEF3F5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124200" y="1135898"/>
            <a:ext cx="12824579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3"/>
              </a:lnSpc>
              <a:spcBef>
                <a:spcPct val="0"/>
              </a:spcBef>
            </a:pPr>
            <a:r>
              <a:rPr lang="en-US" sz="16252" dirty="0">
                <a:solidFill>
                  <a:srgbClr val="84FA9C"/>
                </a:solidFill>
                <a:latin typeface="Oswald"/>
                <a:ea typeface="Oswald"/>
                <a:cs typeface="Oswald"/>
                <a:sym typeface="Oswald"/>
              </a:rPr>
              <a:t>INTRODUCTION…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138092"/>
            <a:ext cx="2045018" cy="1145494"/>
          </a:xfrm>
          <a:custGeom>
            <a:avLst/>
            <a:gdLst/>
            <a:ahLst/>
            <a:cxnLst/>
            <a:rect l="l" t="t" r="r" b="b"/>
            <a:pathLst>
              <a:path w="2045018" h="1145494">
                <a:moveTo>
                  <a:pt x="0" y="0"/>
                </a:moveTo>
                <a:lnTo>
                  <a:pt x="2045018" y="0"/>
                </a:lnTo>
                <a:lnTo>
                  <a:pt x="2045018" y="1145494"/>
                </a:lnTo>
                <a:lnTo>
                  <a:pt x="0" y="1145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243000" y="-8"/>
            <a:ext cx="2045018" cy="1145494"/>
          </a:xfrm>
          <a:custGeom>
            <a:avLst/>
            <a:gdLst/>
            <a:ahLst/>
            <a:cxnLst/>
            <a:rect l="l" t="t" r="r" b="b"/>
            <a:pathLst>
              <a:path w="2045018" h="1145494">
                <a:moveTo>
                  <a:pt x="0" y="0"/>
                </a:moveTo>
                <a:lnTo>
                  <a:pt x="2045018" y="0"/>
                </a:lnTo>
                <a:lnTo>
                  <a:pt x="2045018" y="1145494"/>
                </a:lnTo>
                <a:lnTo>
                  <a:pt x="0" y="114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119777" y="2306790"/>
            <a:ext cx="190800" cy="6232500"/>
          </a:xfrm>
          <a:custGeom>
            <a:avLst/>
            <a:gdLst/>
            <a:ahLst/>
            <a:cxnLst/>
            <a:rect l="l" t="t" r="r" b="b"/>
            <a:pathLst>
              <a:path w="190800" h="6232500">
                <a:moveTo>
                  <a:pt x="0" y="0"/>
                </a:moveTo>
                <a:lnTo>
                  <a:pt x="190800" y="0"/>
                </a:lnTo>
                <a:lnTo>
                  <a:pt x="190800" y="6232500"/>
                </a:lnTo>
                <a:lnTo>
                  <a:pt x="0" y="6232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-34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2000"/>
            </a:blip>
            <a:stretch>
              <a:fillRect t="-22198" b="-221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958140" y="887565"/>
            <a:ext cx="6691484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79"/>
              </a:lnSpc>
            </a:pPr>
            <a:r>
              <a:rPr lang="en-US" sz="9399" dirty="0">
                <a:solidFill>
                  <a:srgbClr val="84FA9C"/>
                </a:solidFill>
                <a:latin typeface="Oswald"/>
                <a:ea typeface="Oswald"/>
                <a:cs typeface="Oswald"/>
                <a:sym typeface="Oswald"/>
              </a:rPr>
              <a:t>TECHNOLOGIES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58140" y="2876848"/>
            <a:ext cx="645109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4299" b="1" dirty="0">
                <a:solidFill>
                  <a:srgbClr val="C1FF72"/>
                </a:solidFill>
                <a:latin typeface="Roboto Bold"/>
                <a:ea typeface="Roboto Bold"/>
                <a:cs typeface="Roboto Bold"/>
                <a:sym typeface="Roboto Bold"/>
              </a:rPr>
              <a:t>Frontend Technologies: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58140" y="3619500"/>
            <a:ext cx="5034843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553" lvl="1" indent="-362276" algn="l">
              <a:lnSpc>
                <a:spcPts val="4027"/>
              </a:lnSpc>
              <a:buFont typeface="Arial"/>
              <a:buChar char="•"/>
            </a:pPr>
            <a:r>
              <a:rPr lang="en-US" sz="3355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HTML</a:t>
            </a:r>
          </a:p>
          <a:p>
            <a:pPr marL="724553" lvl="1" indent="-362276" algn="l">
              <a:lnSpc>
                <a:spcPts val="4027"/>
              </a:lnSpc>
              <a:buFont typeface="Arial"/>
              <a:buChar char="•"/>
            </a:pPr>
            <a:r>
              <a:rPr lang="en-US" sz="3355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CSS</a:t>
            </a:r>
          </a:p>
          <a:p>
            <a:pPr marL="724553" lvl="1" indent="-362276" algn="l">
              <a:lnSpc>
                <a:spcPts val="4027"/>
              </a:lnSpc>
              <a:buFont typeface="Arial"/>
              <a:buChar char="•"/>
            </a:pPr>
            <a:r>
              <a:rPr lang="en-US" sz="3355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Java Script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58140" y="5495925"/>
            <a:ext cx="645109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4299" b="1" dirty="0">
                <a:solidFill>
                  <a:srgbClr val="C1FF72"/>
                </a:solidFill>
                <a:latin typeface="Roboto Bold"/>
                <a:ea typeface="Roboto Bold"/>
                <a:cs typeface="Roboto Bold"/>
                <a:sym typeface="Roboto Bold"/>
              </a:rPr>
              <a:t>Backend Technologies: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58140" y="6238875"/>
            <a:ext cx="50348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553" lvl="1" indent="-362276" algn="l">
              <a:lnSpc>
                <a:spcPts val="4027"/>
              </a:lnSpc>
              <a:buFont typeface="Arial"/>
              <a:buChar char="•"/>
            </a:pPr>
            <a:r>
              <a:rPr lang="en-US" sz="3355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JAVA</a:t>
            </a:r>
          </a:p>
          <a:p>
            <a:pPr marL="724553" lvl="1" indent="-362276" algn="l">
              <a:lnSpc>
                <a:spcPts val="4027"/>
              </a:lnSpc>
              <a:buFont typeface="Arial"/>
              <a:buChar char="•"/>
            </a:pPr>
            <a:r>
              <a:rPr lang="en-US" sz="3355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PHP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58140" y="7811467"/>
            <a:ext cx="645109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4299" b="1" dirty="0">
                <a:solidFill>
                  <a:srgbClr val="C1FF72"/>
                </a:solidFill>
                <a:latin typeface="Roboto Bold"/>
                <a:ea typeface="Roboto Bold"/>
                <a:cs typeface="Roboto Bold"/>
                <a:sym typeface="Roboto Bold"/>
              </a:rPr>
              <a:t>Databases: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58140" y="8554417"/>
            <a:ext cx="5034843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553" lvl="1" indent="-362276" algn="l">
              <a:lnSpc>
                <a:spcPts val="4027"/>
              </a:lnSpc>
              <a:buFont typeface="Arial"/>
              <a:buChar char="•"/>
            </a:pPr>
            <a:r>
              <a:rPr lang="en-US" sz="3355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MySQL</a:t>
            </a:r>
          </a:p>
          <a:p>
            <a:pPr marL="724553" lvl="1" indent="-362276" algn="l">
              <a:lnSpc>
                <a:spcPts val="4027"/>
              </a:lnSpc>
              <a:buFont typeface="Arial"/>
              <a:buChar char="•"/>
            </a:pPr>
            <a:r>
              <a:rPr lang="en-US" sz="3355" b="1" dirty="0">
                <a:solidFill>
                  <a:srgbClr val="D9D9D9"/>
                </a:solidFill>
                <a:latin typeface="Roboto Bold"/>
                <a:ea typeface="Roboto Bold"/>
                <a:cs typeface="Roboto Bold"/>
                <a:sym typeface="Roboto Bold"/>
              </a:rPr>
              <a:t>Firebase</a:t>
            </a:r>
          </a:p>
        </p:txBody>
      </p:sp>
      <p:sp>
        <p:nvSpPr>
          <p:cNvPr id="13" name="Freeform 13"/>
          <p:cNvSpPr/>
          <p:nvPr/>
        </p:nvSpPr>
        <p:spPr>
          <a:xfrm>
            <a:off x="2238222" y="3167361"/>
            <a:ext cx="3200354" cy="2828328"/>
          </a:xfrm>
          <a:custGeom>
            <a:avLst/>
            <a:gdLst/>
            <a:ahLst/>
            <a:cxnLst/>
            <a:rect l="l" t="t" r="r" b="b"/>
            <a:pathLst>
              <a:path w="3200354" h="2828328">
                <a:moveTo>
                  <a:pt x="0" y="0"/>
                </a:moveTo>
                <a:lnTo>
                  <a:pt x="3200354" y="0"/>
                </a:lnTo>
                <a:lnTo>
                  <a:pt x="3200354" y="2828328"/>
                </a:lnTo>
                <a:lnTo>
                  <a:pt x="0" y="2828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43000" y="9138092"/>
            <a:ext cx="2045018" cy="1145494"/>
          </a:xfrm>
          <a:custGeom>
            <a:avLst/>
            <a:gdLst/>
            <a:ahLst/>
            <a:cxnLst/>
            <a:rect l="l" t="t" r="r" b="b"/>
            <a:pathLst>
              <a:path w="2045018" h="1145494">
                <a:moveTo>
                  <a:pt x="0" y="0"/>
                </a:moveTo>
                <a:lnTo>
                  <a:pt x="2045018" y="0"/>
                </a:lnTo>
                <a:lnTo>
                  <a:pt x="2045018" y="1145494"/>
                </a:lnTo>
                <a:lnTo>
                  <a:pt x="0" y="1145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-8"/>
            <a:ext cx="2045018" cy="1145494"/>
          </a:xfrm>
          <a:custGeom>
            <a:avLst/>
            <a:gdLst/>
            <a:ahLst/>
            <a:cxnLst/>
            <a:rect l="l" t="t" r="r" b="b"/>
            <a:pathLst>
              <a:path w="2045018" h="1145494">
                <a:moveTo>
                  <a:pt x="0" y="0"/>
                </a:moveTo>
                <a:lnTo>
                  <a:pt x="2045018" y="0"/>
                </a:lnTo>
                <a:lnTo>
                  <a:pt x="2045018" y="1145494"/>
                </a:lnTo>
                <a:lnTo>
                  <a:pt x="0" y="11454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-34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1999"/>
            </a:blip>
            <a:stretch>
              <a:fillRect l="-298" r="-2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258881" y="2823086"/>
            <a:ext cx="5549779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AFCD88"/>
                </a:solidFill>
                <a:latin typeface="Oswald Bold"/>
                <a:ea typeface="Oswald Bold"/>
                <a:cs typeface="Oswald Bold"/>
                <a:sym typeface="Oswald Bold"/>
              </a:rPr>
              <a:t>Resource People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08284" y="2834571"/>
            <a:ext cx="4254847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AFCD88"/>
                </a:solidFill>
                <a:latin typeface="Oswald Bold"/>
                <a:ea typeface="Oswald Bold"/>
                <a:cs typeface="Oswald Bold"/>
                <a:sym typeface="Oswald Bold"/>
              </a:rPr>
              <a:t>Students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0613" y="3989361"/>
            <a:ext cx="7590471" cy="5608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Create group &amp; individual chat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Create Courses           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Add Assignment          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Enroll Students in Courses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View Student Submission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Upload Content Video    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Upload Subject Material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View Reviews                             </a:t>
            </a:r>
          </a:p>
          <a:p>
            <a:pPr algn="ctr">
              <a:lnSpc>
                <a:spcPts val="2579"/>
              </a:lnSpc>
            </a:pPr>
            <a:endParaRPr lang="en-US" sz="4209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697547" y="4136390"/>
            <a:ext cx="7590471" cy="495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Create chat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Request Courses           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Complete Assignment          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View Score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View Content Video    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Download Subject Material             </a:t>
            </a:r>
          </a:p>
          <a:p>
            <a:pPr marL="908733" lvl="1" indent="-454366" algn="l">
              <a:lnSpc>
                <a:spcPts val="5050"/>
              </a:lnSpc>
              <a:buFont typeface="Arial"/>
              <a:buChar char="•"/>
            </a:pPr>
            <a:r>
              <a:rPr lang="en-US" sz="420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Add Reviews                             </a:t>
            </a:r>
          </a:p>
          <a:p>
            <a:pPr algn="ctr">
              <a:lnSpc>
                <a:spcPts val="2579"/>
              </a:lnSpc>
            </a:pPr>
            <a:endParaRPr lang="en-US" sz="4209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78668" y="674661"/>
            <a:ext cx="19233231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59"/>
              </a:lnSpc>
            </a:pPr>
            <a:r>
              <a:rPr lang="en-US" sz="9299" dirty="0">
                <a:solidFill>
                  <a:srgbClr val="84FA9C"/>
                </a:solidFill>
                <a:latin typeface="Oswald"/>
                <a:ea typeface="Oswald"/>
                <a:cs typeface="Oswald"/>
                <a:sym typeface="Oswald"/>
              </a:rPr>
              <a:t>MOBILE &amp; WEB APPLICATION FEATURES</a:t>
            </a:r>
          </a:p>
          <a:p>
            <a:pPr algn="l">
              <a:lnSpc>
                <a:spcPts val="11159"/>
              </a:lnSpc>
            </a:pPr>
            <a:endParaRPr lang="en-US" sz="9299" dirty="0">
              <a:solidFill>
                <a:srgbClr val="84FA9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9332559" y="3165618"/>
            <a:ext cx="190800" cy="6232500"/>
          </a:xfrm>
          <a:custGeom>
            <a:avLst/>
            <a:gdLst/>
            <a:ahLst/>
            <a:cxnLst/>
            <a:rect l="l" t="t" r="r" b="b"/>
            <a:pathLst>
              <a:path w="190800" h="6232500">
                <a:moveTo>
                  <a:pt x="0" y="0"/>
                </a:moveTo>
                <a:lnTo>
                  <a:pt x="190800" y="0"/>
                </a:lnTo>
                <a:lnTo>
                  <a:pt x="190800" y="6232500"/>
                </a:lnTo>
                <a:lnTo>
                  <a:pt x="0" y="6232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</a:blip>
            <a:stretch>
              <a:fillRect l="-36" r="-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00200" y="3862449"/>
            <a:ext cx="14768331" cy="2590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240"/>
              </a:lnSpc>
            </a:pPr>
            <a:r>
              <a:rPr lang="en-US" sz="16867" dirty="0">
                <a:solidFill>
                  <a:srgbClr val="84FA9C"/>
                </a:solidFill>
                <a:latin typeface="Oswald"/>
                <a:ea typeface="Oswald"/>
                <a:cs typeface="Oswald"/>
                <a:sym typeface="Oswald"/>
              </a:rPr>
              <a:t>DEMONSTRATION...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4" y="7568182"/>
            <a:ext cx="4847164" cy="2715082"/>
          </a:xfrm>
          <a:custGeom>
            <a:avLst/>
            <a:gdLst/>
            <a:ahLst/>
            <a:cxnLst/>
            <a:rect l="l" t="t" r="r" b="b"/>
            <a:pathLst>
              <a:path w="4847164" h="2715082">
                <a:moveTo>
                  <a:pt x="0" y="0"/>
                </a:moveTo>
                <a:lnTo>
                  <a:pt x="4847164" y="0"/>
                </a:lnTo>
                <a:lnTo>
                  <a:pt x="4847164" y="2715082"/>
                </a:lnTo>
                <a:lnTo>
                  <a:pt x="0" y="27150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440846" y="-18"/>
            <a:ext cx="4847164" cy="2715082"/>
          </a:xfrm>
          <a:custGeom>
            <a:avLst/>
            <a:gdLst/>
            <a:ahLst/>
            <a:cxnLst/>
            <a:rect l="l" t="t" r="r" b="b"/>
            <a:pathLst>
              <a:path w="4847164" h="2715082">
                <a:moveTo>
                  <a:pt x="0" y="0"/>
                </a:moveTo>
                <a:lnTo>
                  <a:pt x="4847164" y="0"/>
                </a:lnTo>
                <a:lnTo>
                  <a:pt x="4847164" y="2715082"/>
                </a:lnTo>
                <a:lnTo>
                  <a:pt x="0" y="27150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8000"/>
            </a:blip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77114" y="2715064"/>
            <a:ext cx="16006166" cy="456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46"/>
              </a:lnSpc>
            </a:pPr>
            <a:r>
              <a:rPr lang="en-US" sz="30038" dirty="0">
                <a:solidFill>
                  <a:srgbClr val="84FA9C"/>
                </a:solidFill>
                <a:latin typeface="Oswald"/>
                <a:ea typeface="Oswald"/>
                <a:cs typeface="Oswald"/>
                <a:sym typeface="Oswald"/>
              </a:rPr>
              <a:t>Q </a:t>
            </a:r>
            <a:r>
              <a:rPr lang="en-US" sz="30038" dirty="0">
                <a:solidFill>
                  <a:srgbClr val="12FFFF"/>
                </a:solidFill>
                <a:latin typeface="Oswald"/>
                <a:ea typeface="Oswald"/>
                <a:cs typeface="Oswald"/>
                <a:sym typeface="Oswald"/>
              </a:rPr>
              <a:t>&amp; </a:t>
            </a:r>
            <a:r>
              <a:rPr lang="en-US" sz="30038" dirty="0">
                <a:solidFill>
                  <a:srgbClr val="84FA9C"/>
                </a:solidFill>
                <a:latin typeface="Oswald"/>
                <a:ea typeface="Oswald"/>
                <a:cs typeface="Oswald"/>
                <a:sym typeface="Oswald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 decel="50000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 decel="50000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367C">
                <a:alpha val="100000"/>
              </a:srgbClr>
            </a:gs>
            <a:gs pos="100000">
              <a:srgbClr val="0A1D42">
                <a:alpha val="100000"/>
              </a:srgbClr>
            </a:gs>
          </a:gsLst>
          <a:lin ang="5400012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9268" y="3338118"/>
            <a:ext cx="5562766" cy="3610764"/>
          </a:xfrm>
          <a:custGeom>
            <a:avLst/>
            <a:gdLst/>
            <a:ahLst/>
            <a:cxnLst/>
            <a:rect l="l" t="t" r="r" b="b"/>
            <a:pathLst>
              <a:path w="5562766" h="3610764">
                <a:moveTo>
                  <a:pt x="0" y="0"/>
                </a:moveTo>
                <a:lnTo>
                  <a:pt x="5562766" y="0"/>
                </a:lnTo>
                <a:lnTo>
                  <a:pt x="5562766" y="3610764"/>
                </a:lnTo>
                <a:lnTo>
                  <a:pt x="0" y="3610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117178" y="2143750"/>
            <a:ext cx="4170806" cy="5999478"/>
          </a:xfrm>
          <a:custGeom>
            <a:avLst/>
            <a:gdLst/>
            <a:ahLst/>
            <a:cxnLst/>
            <a:rect l="l" t="t" r="r" b="b"/>
            <a:pathLst>
              <a:path w="4170806" h="5999478">
                <a:moveTo>
                  <a:pt x="0" y="0"/>
                </a:moveTo>
                <a:lnTo>
                  <a:pt x="4170806" y="0"/>
                </a:lnTo>
                <a:lnTo>
                  <a:pt x="4170806" y="5999478"/>
                </a:lnTo>
                <a:lnTo>
                  <a:pt x="0" y="59994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3731350" y="2056700"/>
            <a:ext cx="80100" cy="25050"/>
            <a:chOff x="0" y="0"/>
            <a:chExt cx="106800" cy="33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0" cy="33401"/>
            </a:xfrm>
            <a:custGeom>
              <a:avLst/>
              <a:gdLst/>
              <a:ahLst/>
              <a:cxnLst/>
              <a:rect l="l" t="t" r="r" b="b"/>
              <a:pathLst>
                <a:path w="106680" h="33401">
                  <a:moveTo>
                    <a:pt x="15621" y="0"/>
                  </a:moveTo>
                  <a:cubicBezTo>
                    <a:pt x="6604" y="0"/>
                    <a:pt x="0" y="8890"/>
                    <a:pt x="0" y="17780"/>
                  </a:cubicBezTo>
                  <a:cubicBezTo>
                    <a:pt x="0" y="26670"/>
                    <a:pt x="6604" y="33401"/>
                    <a:pt x="15621" y="33401"/>
                  </a:cubicBezTo>
                  <a:lnTo>
                    <a:pt x="91186" y="33401"/>
                  </a:lnTo>
                  <a:cubicBezTo>
                    <a:pt x="100076" y="33401"/>
                    <a:pt x="106680" y="26797"/>
                    <a:pt x="106680" y="17780"/>
                  </a:cubicBezTo>
                  <a:cubicBezTo>
                    <a:pt x="106680" y="8763"/>
                    <a:pt x="100076" y="0"/>
                    <a:pt x="91186" y="0"/>
                  </a:cubicBezTo>
                  <a:close/>
                </a:path>
              </a:pathLst>
            </a:custGeom>
            <a:solidFill>
              <a:srgbClr val="12D77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 l="-3317" r="-33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978741" y="4040635"/>
            <a:ext cx="11748623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65"/>
              </a:lnSpc>
            </a:pPr>
            <a:r>
              <a:rPr lang="en-US" sz="14471" b="1" dirty="0">
                <a:solidFill>
                  <a:srgbClr val="84FA9C"/>
                </a:solidFill>
                <a:latin typeface="Oswald Bold"/>
                <a:ea typeface="Oswald Bold"/>
                <a:cs typeface="Oswald Bold"/>
                <a:sym typeface="Oswald Bold"/>
              </a:rPr>
              <a:t>THANK YOU...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132</Words>
  <Application>Microsoft Office PowerPoint</Application>
  <PresentationFormat>Custom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Roboto</vt:lpstr>
      <vt:lpstr>Oswald Bold</vt:lpstr>
      <vt:lpstr>Oswald</vt:lpstr>
      <vt:lpstr>Arial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Software Development Business Plan by Slidesgo.pptx</dc:title>
  <cp:lastModifiedBy>IMANGANA K K C</cp:lastModifiedBy>
  <cp:revision>7</cp:revision>
  <dcterms:created xsi:type="dcterms:W3CDTF">2006-08-16T00:00:00Z</dcterms:created>
  <dcterms:modified xsi:type="dcterms:W3CDTF">2025-05-26T15:28:05Z</dcterms:modified>
  <dc:identifier>DAGjGS0kAqU</dc:identifier>
</cp:coreProperties>
</file>