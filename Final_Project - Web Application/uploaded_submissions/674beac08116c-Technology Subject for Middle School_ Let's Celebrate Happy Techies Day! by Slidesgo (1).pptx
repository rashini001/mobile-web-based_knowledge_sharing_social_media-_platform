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9"/>
  </p:notesMasterIdLst>
  <p:sldIdLst>
    <p:sldId id="256" r:id="rId2"/>
    <p:sldId id="258" r:id="rId3"/>
    <p:sldId id="275" r:id="rId4"/>
    <p:sldId id="262" r:id="rId5"/>
    <p:sldId id="266" r:id="rId6"/>
    <p:sldId id="270" r:id="rId7"/>
    <p:sldId id="273" r:id="rId8"/>
  </p:sldIdLst>
  <p:sldSz cx="9144000" cy="5143500" type="screen16x9"/>
  <p:notesSz cx="6858000" cy="9144000"/>
  <p:embeddedFontLst>
    <p:embeddedFont>
      <p:font typeface="Anek Latin" panose="020B0604020202020204" charset="0"/>
      <p:regular r:id="rId10"/>
      <p:bold r:id="rId11"/>
    </p:embeddedFont>
    <p:embeddedFont>
      <p:font typeface="Arial Rounded MT Bold" panose="020F0704030504030204" pitchFamily="34" charset="0"/>
      <p:regular r:id="rId12"/>
    </p:embeddedFont>
    <p:embeddedFont>
      <p:font typeface="Nunito Light" panose="020B0604020202020204" charset="0"/>
      <p:regular r:id="rId13"/>
      <p: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8C8AF-CCB3-4188-8547-9108CAC14CB4}">
  <a:tblStyle styleId="{B018C8AF-CCB3-4188-8547-9108CAC14C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2cd5523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42cd5523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989f454a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989f454a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a7be6e97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0a7be6e97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0a7be6e973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0a7be6e973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a7be6e973_0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a7be6e973_0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a7be6e973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a7be6e973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05300" y="539500"/>
            <a:ext cx="4511400" cy="37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05300" y="4266325"/>
            <a:ext cx="4293600" cy="33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705300" y="990263"/>
            <a:ext cx="4511400" cy="32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0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3870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>
            <a:spLocks noGrp="1"/>
          </p:cNvSpPr>
          <p:nvPr>
            <p:ph type="pic" idx="3"/>
          </p:nvPr>
        </p:nvSpPr>
        <p:spPr>
          <a:xfrm>
            <a:off x="5253800" y="990275"/>
            <a:ext cx="3163200" cy="3616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898150" y="1332775"/>
            <a:ext cx="5093400" cy="305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898150" y="539500"/>
            <a:ext cx="5526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843735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>
            <a:spLocks noGrp="1"/>
          </p:cNvSpPr>
          <p:nvPr>
            <p:ph type="pic" idx="2"/>
          </p:nvPr>
        </p:nvSpPr>
        <p:spPr>
          <a:xfrm>
            <a:off x="-57375" y="-42800"/>
            <a:ext cx="2281200" cy="524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-7200" y="-14375"/>
            <a:ext cx="9151200" cy="51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707321" y="539500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707321" y="1615000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2" hasCustomPrompt="1"/>
          </p:nvPr>
        </p:nvSpPr>
        <p:spPr>
          <a:xfrm>
            <a:off x="4588771" y="122397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3"/>
          </p:nvPr>
        </p:nvSpPr>
        <p:spPr>
          <a:xfrm>
            <a:off x="707321" y="1225017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4"/>
          </p:nvPr>
        </p:nvSpPr>
        <p:spPr>
          <a:xfrm>
            <a:off x="707321" y="2445956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5" hasCustomPrompt="1"/>
          </p:nvPr>
        </p:nvSpPr>
        <p:spPr>
          <a:xfrm>
            <a:off x="4588771" y="2062050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6"/>
          </p:nvPr>
        </p:nvSpPr>
        <p:spPr>
          <a:xfrm>
            <a:off x="707321" y="205395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7"/>
          </p:nvPr>
        </p:nvSpPr>
        <p:spPr>
          <a:xfrm>
            <a:off x="707321" y="329317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8" hasCustomPrompt="1"/>
          </p:nvPr>
        </p:nvSpPr>
        <p:spPr>
          <a:xfrm>
            <a:off x="4588771" y="290012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9"/>
          </p:nvPr>
        </p:nvSpPr>
        <p:spPr>
          <a:xfrm>
            <a:off x="707321" y="290244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3"/>
          </p:nvPr>
        </p:nvSpPr>
        <p:spPr>
          <a:xfrm>
            <a:off x="707321" y="412893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4" hasCustomPrompt="1"/>
          </p:nvPr>
        </p:nvSpPr>
        <p:spPr>
          <a:xfrm>
            <a:off x="4588771" y="3738200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5"/>
          </p:nvPr>
        </p:nvSpPr>
        <p:spPr>
          <a:xfrm>
            <a:off x="707321" y="3738200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/>
          <p:nvPr/>
        </p:nvSpPr>
        <p:spPr>
          <a:xfrm rot="10800000">
            <a:off x="0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843870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>
            <a:spLocks noGrp="1"/>
          </p:cNvSpPr>
          <p:nvPr>
            <p:ph type="pic" idx="16"/>
          </p:nvPr>
        </p:nvSpPr>
        <p:spPr>
          <a:xfrm>
            <a:off x="5925450" y="825200"/>
            <a:ext cx="2500800" cy="3616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701978" y="3640424"/>
            <a:ext cx="32967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701975" y="990750"/>
            <a:ext cx="4003800" cy="26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" name="Google Shape;81;p14"/>
          <p:cNvSpPr/>
          <p:nvPr/>
        </p:nvSpPr>
        <p:spPr>
          <a:xfrm rot="10800000">
            <a:off x="0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>
            <a:spLocks noGrp="1"/>
          </p:cNvSpPr>
          <p:nvPr>
            <p:ph type="pic" idx="2"/>
          </p:nvPr>
        </p:nvSpPr>
        <p:spPr>
          <a:xfrm>
            <a:off x="5520150" y="274400"/>
            <a:ext cx="3225000" cy="4575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4578900" y="2514650"/>
            <a:ext cx="3854100" cy="8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4578900" y="3525751"/>
            <a:ext cx="38541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2" hasCustomPrompt="1"/>
          </p:nvPr>
        </p:nvSpPr>
        <p:spPr>
          <a:xfrm>
            <a:off x="5757150" y="1157149"/>
            <a:ext cx="1497600" cy="13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" name="Google Shape;87;p15"/>
          <p:cNvSpPr/>
          <p:nvPr/>
        </p:nvSpPr>
        <p:spPr>
          <a:xfrm rot="10800000">
            <a:off x="-7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843735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>
            <a:spLocks noGrp="1"/>
          </p:cNvSpPr>
          <p:nvPr>
            <p:ph type="pic" idx="3"/>
          </p:nvPr>
        </p:nvSpPr>
        <p:spPr>
          <a:xfrm>
            <a:off x="705800" y="513700"/>
            <a:ext cx="3577500" cy="4090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3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716400" y="1098750"/>
            <a:ext cx="3855600" cy="1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716400" y="2990436"/>
            <a:ext cx="3855600" cy="106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/>
          <p:nvPr/>
        </p:nvSpPr>
        <p:spPr>
          <a:xfrm flipH="1">
            <a:off x="0" y="409890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>
            <a:spLocks noGrp="1"/>
          </p:cNvSpPr>
          <p:nvPr>
            <p:ph type="pic" idx="2"/>
          </p:nvPr>
        </p:nvSpPr>
        <p:spPr>
          <a:xfrm>
            <a:off x="5248525" y="274400"/>
            <a:ext cx="3164100" cy="4575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573728" y="1248390"/>
            <a:ext cx="3537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1"/>
          </p:nvPr>
        </p:nvSpPr>
        <p:spPr>
          <a:xfrm>
            <a:off x="4573728" y="1604990"/>
            <a:ext cx="3537000" cy="67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title" idx="2"/>
          </p:nvPr>
        </p:nvSpPr>
        <p:spPr>
          <a:xfrm>
            <a:off x="4573728" y="2393471"/>
            <a:ext cx="3537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3"/>
          </p:nvPr>
        </p:nvSpPr>
        <p:spPr>
          <a:xfrm>
            <a:off x="4573728" y="2750075"/>
            <a:ext cx="3537000" cy="67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title" idx="4"/>
          </p:nvPr>
        </p:nvSpPr>
        <p:spPr>
          <a:xfrm>
            <a:off x="4573728" y="3543871"/>
            <a:ext cx="3537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5"/>
          </p:nvPr>
        </p:nvSpPr>
        <p:spPr>
          <a:xfrm>
            <a:off x="4573728" y="3900475"/>
            <a:ext cx="3537000" cy="67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 rot="10800000">
            <a:off x="0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/>
          <p:nvPr/>
        </p:nvSpPr>
        <p:spPr>
          <a:xfrm>
            <a:off x="843870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843870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/>
          <p:nvPr/>
        </p:nvSpPr>
        <p:spPr>
          <a:xfrm rot="10800000" flipH="1">
            <a:off x="8438700" y="-86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6"/>
          <p:cNvSpPr/>
          <p:nvPr/>
        </p:nvSpPr>
        <p:spPr>
          <a:xfrm flipH="1">
            <a:off x="0" y="4055850"/>
            <a:ext cx="706650" cy="1096300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11C3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Latin"/>
              <a:buNone/>
              <a:defRPr sz="3200" b="1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●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○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■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●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○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■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●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○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Latin"/>
              <a:buChar char="■"/>
              <a:defRPr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60" r:id="rId5"/>
    <p:sldLayoutId id="2147483661" r:id="rId6"/>
    <p:sldLayoutId id="2147483665" r:id="rId7"/>
    <p:sldLayoutId id="2147483674" r:id="rId8"/>
    <p:sldLayoutId id="2147483680" r:id="rId9"/>
    <p:sldLayoutId id="2147483681" r:id="rId10"/>
    <p:sldLayoutId id="2147483682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36">
          <p15:clr>
            <a:srgbClr val="EA4335"/>
          </p15:clr>
        </p15:guide>
        <p15:guide id="4" pos="5308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0852" r="20852"/>
          <a:stretch/>
        </p:blipFill>
        <p:spPr>
          <a:xfrm>
            <a:off x="5253800" y="990275"/>
            <a:ext cx="3163200" cy="3616500"/>
          </a:xfrm>
          <a:prstGeom prst="roundRect">
            <a:avLst>
              <a:gd name="adj" fmla="val 3603"/>
            </a:avLst>
          </a:prstGeom>
        </p:spPr>
      </p:pic>
      <p:sp>
        <p:nvSpPr>
          <p:cNvPr id="238" name="Google Shape;238;p40"/>
          <p:cNvSpPr/>
          <p:nvPr/>
        </p:nvSpPr>
        <p:spPr>
          <a:xfrm>
            <a:off x="343723" y="3304032"/>
            <a:ext cx="3110677" cy="1327647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nek Latin" panose="020B0604020202020204" charset="0"/>
                <a:cs typeface="Times New Roman" panose="02020603050405020304" pitchFamily="18" charset="0"/>
              </a:rPr>
              <a:t>Presented By,</a:t>
            </a:r>
          </a:p>
          <a:p>
            <a:pPr lvl="8"/>
            <a:r>
              <a:rPr lang="en-US" dirty="0">
                <a:latin typeface="Anek Latin" panose="020B0604020202020204" charset="0"/>
                <a:cs typeface="Times New Roman" panose="02020603050405020304" pitchFamily="18" charset="0"/>
              </a:rPr>
              <a:t>     GAHDSE232F-001</a:t>
            </a:r>
          </a:p>
          <a:p>
            <a:pPr lvl="8"/>
            <a:r>
              <a:rPr lang="en-US" dirty="0">
                <a:latin typeface="Anek Latin" panose="020B0604020202020204" charset="0"/>
                <a:cs typeface="Times New Roman" panose="02020603050405020304" pitchFamily="18" charset="0"/>
              </a:rPr>
              <a:t>     GAHDSE232F-002</a:t>
            </a:r>
          </a:p>
          <a:p>
            <a:pPr lvl="8"/>
            <a:r>
              <a:rPr lang="en-US" dirty="0">
                <a:latin typeface="Anek Latin" panose="020B0604020202020204" charset="0"/>
                <a:cs typeface="Times New Roman" panose="02020603050405020304" pitchFamily="18" charset="0"/>
              </a:rPr>
              <a:t>     GAHDSE232F-003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40"/>
          <p:cNvSpPr txBox="1">
            <a:spLocks noGrp="1"/>
          </p:cNvSpPr>
          <p:nvPr>
            <p:ph type="ctrTitle" idx="2"/>
          </p:nvPr>
        </p:nvSpPr>
        <p:spPr>
          <a:xfrm>
            <a:off x="229811" y="978656"/>
            <a:ext cx="5729541" cy="23253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Smart Vacuum Cleaner Robot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343723" y="571116"/>
            <a:ext cx="4511400" cy="3777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ctrTitle"/>
          </p:nvPr>
        </p:nvSpPr>
        <p:spPr>
          <a:xfrm>
            <a:off x="343723" y="541276"/>
            <a:ext cx="4511400" cy="37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Robotic Application Development: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6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11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1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1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1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1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3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animBg="1"/>
      <p:bldP spid="240" grpId="0"/>
      <p:bldP spid="242" grpId="0" animBg="1"/>
      <p:bldP spid="2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2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l="20883" r="33027"/>
          <a:stretch/>
        </p:blipFill>
        <p:spPr>
          <a:xfrm>
            <a:off x="5925450" y="825200"/>
            <a:ext cx="2500800" cy="3616500"/>
          </a:xfrm>
          <a:prstGeom prst="roundRect">
            <a:avLst>
              <a:gd name="adj" fmla="val 3588"/>
            </a:avLst>
          </a:prstGeom>
        </p:spPr>
      </p:pic>
      <p:sp>
        <p:nvSpPr>
          <p:cNvPr id="259" name="Google Shape;259;p42"/>
          <p:cNvSpPr/>
          <p:nvPr/>
        </p:nvSpPr>
        <p:spPr>
          <a:xfrm>
            <a:off x="4595950" y="1119100"/>
            <a:ext cx="731400" cy="3264214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2"/>
          <p:cNvSpPr txBox="1">
            <a:spLocks noGrp="1"/>
          </p:cNvSpPr>
          <p:nvPr>
            <p:ph type="subTitle" idx="3"/>
          </p:nvPr>
        </p:nvSpPr>
        <p:spPr>
          <a:xfrm>
            <a:off x="707321" y="1225017"/>
            <a:ext cx="38520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4" name="Google Shape;264;p42"/>
          <p:cNvSpPr txBox="1">
            <a:spLocks noGrp="1"/>
          </p:cNvSpPr>
          <p:nvPr>
            <p:ph type="subTitle" idx="6"/>
          </p:nvPr>
        </p:nvSpPr>
        <p:spPr>
          <a:xfrm>
            <a:off x="707321" y="2053951"/>
            <a:ext cx="38520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Used Technology &amp;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Compornants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6" name="Google Shape;266;p42"/>
          <p:cNvSpPr txBox="1">
            <a:spLocks noGrp="1"/>
          </p:cNvSpPr>
          <p:nvPr>
            <p:ph type="subTitle" idx="9"/>
          </p:nvPr>
        </p:nvSpPr>
        <p:spPr>
          <a:xfrm>
            <a:off x="707321" y="2902441"/>
            <a:ext cx="38520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Objectives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7" name="Google Shape;267;p42"/>
          <p:cNvSpPr txBox="1">
            <a:spLocks noGrp="1"/>
          </p:cNvSpPr>
          <p:nvPr>
            <p:ph type="subTitle" idx="15"/>
          </p:nvPr>
        </p:nvSpPr>
        <p:spPr>
          <a:xfrm>
            <a:off x="707321" y="3738200"/>
            <a:ext cx="38520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Demonstration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8" name="Google Shape;268;p42"/>
          <p:cNvSpPr txBox="1">
            <a:spLocks noGrp="1"/>
          </p:cNvSpPr>
          <p:nvPr>
            <p:ph type="title"/>
          </p:nvPr>
        </p:nvSpPr>
        <p:spPr>
          <a:xfrm>
            <a:off x="616866" y="424553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Table of contents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9" name="Google Shape;269;p42"/>
          <p:cNvSpPr txBox="1">
            <a:spLocks noGrp="1"/>
          </p:cNvSpPr>
          <p:nvPr>
            <p:ph type="title" idx="2"/>
          </p:nvPr>
        </p:nvSpPr>
        <p:spPr>
          <a:xfrm>
            <a:off x="4566500" y="1064534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70" name="Google Shape;270;p42"/>
          <p:cNvSpPr txBox="1">
            <a:spLocks noGrp="1"/>
          </p:cNvSpPr>
          <p:nvPr>
            <p:ph type="title" idx="5"/>
          </p:nvPr>
        </p:nvSpPr>
        <p:spPr>
          <a:xfrm>
            <a:off x="4559321" y="1858501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1" name="Google Shape;271;p42"/>
          <p:cNvSpPr txBox="1">
            <a:spLocks noGrp="1"/>
          </p:cNvSpPr>
          <p:nvPr>
            <p:ph type="title" idx="8"/>
          </p:nvPr>
        </p:nvSpPr>
        <p:spPr>
          <a:xfrm>
            <a:off x="4559321" y="2740871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2" name="Google Shape;272;p42"/>
          <p:cNvSpPr txBox="1">
            <a:spLocks noGrp="1"/>
          </p:cNvSpPr>
          <p:nvPr>
            <p:ph type="title" idx="14"/>
          </p:nvPr>
        </p:nvSpPr>
        <p:spPr>
          <a:xfrm>
            <a:off x="4566500" y="3543950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73" name="Google Shape;273;p42"/>
          <p:cNvSpPr/>
          <p:nvPr/>
        </p:nvSpPr>
        <p:spPr>
          <a:xfrm>
            <a:off x="7551834" y="656000"/>
            <a:ext cx="975300" cy="10101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2"/>
          <p:cNvSpPr/>
          <p:nvPr/>
        </p:nvSpPr>
        <p:spPr>
          <a:xfrm>
            <a:off x="5709109" y="3615950"/>
            <a:ext cx="975300" cy="10101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6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11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2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262" grpId="0" build="p"/>
      <p:bldP spid="264" grpId="0" build="p"/>
      <p:bldP spid="266" grpId="0" build="p"/>
      <p:bldP spid="267" grpId="0" build="p"/>
      <p:bldP spid="268" grpId="0"/>
      <p:bldP spid="269" grpId="0"/>
      <p:bldP spid="270" grpId="0"/>
      <p:bldP spid="271" grpId="0"/>
      <p:bldP spid="272" grpId="0"/>
      <p:bldP spid="273" grpId="0" animBg="1"/>
      <p:bldP spid="27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564DBE0-9FE0-63C3-EF76-B7D7ABF3099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6509" r="26509"/>
          <a:stretch>
            <a:fillRect/>
          </a:stretch>
        </p:blipFill>
        <p:spPr>
          <a:xfrm>
            <a:off x="565150" y="593210"/>
            <a:ext cx="2919488" cy="4142771"/>
          </a:xfrm>
        </p:spPr>
      </p:pic>
      <p:sp>
        <p:nvSpPr>
          <p:cNvPr id="7" name="Google Shape;370;p50">
            <a:extLst>
              <a:ext uri="{FF2B5EF4-FFF2-40B4-BE49-F238E27FC236}">
                <a16:creationId xmlns:a16="http://schemas.microsoft.com/office/drawing/2014/main" id="{7A7DA238-21C9-DB4F-634A-5A997B79733E}"/>
              </a:ext>
            </a:extLst>
          </p:cNvPr>
          <p:cNvSpPr/>
          <p:nvPr/>
        </p:nvSpPr>
        <p:spPr>
          <a:xfrm>
            <a:off x="2784966" y="92869"/>
            <a:ext cx="1069136" cy="1282035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70;p50">
            <a:extLst>
              <a:ext uri="{FF2B5EF4-FFF2-40B4-BE49-F238E27FC236}">
                <a16:creationId xmlns:a16="http://schemas.microsoft.com/office/drawing/2014/main" id="{FDC15113-164A-18D9-2CA9-4AF3EAE18025}"/>
              </a:ext>
            </a:extLst>
          </p:cNvPr>
          <p:cNvSpPr/>
          <p:nvPr/>
        </p:nvSpPr>
        <p:spPr>
          <a:xfrm>
            <a:off x="169622" y="3812382"/>
            <a:ext cx="993189" cy="1282034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67;p50">
            <a:extLst>
              <a:ext uri="{FF2B5EF4-FFF2-40B4-BE49-F238E27FC236}">
                <a16:creationId xmlns:a16="http://schemas.microsoft.com/office/drawing/2014/main" id="{ECEAD2CE-2B14-0551-431D-5F1E3AE3A0B7}"/>
              </a:ext>
            </a:extLst>
          </p:cNvPr>
          <p:cNvSpPr/>
          <p:nvPr/>
        </p:nvSpPr>
        <p:spPr>
          <a:xfrm>
            <a:off x="3649011" y="2291489"/>
            <a:ext cx="5315032" cy="373106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738A4-ECEB-7F79-7B37-37A397F4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102" y="1751777"/>
            <a:ext cx="4218748" cy="797464"/>
          </a:xfrm>
        </p:spPr>
        <p:txBody>
          <a:bodyPr/>
          <a:lstStyle/>
          <a:p>
            <a:r>
              <a:rPr lang="en-US" sz="54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89FF4-EA21-8277-04D3-96E6AC2A9B7F}"/>
              </a:ext>
            </a:extLst>
          </p:cNvPr>
          <p:cNvSpPr txBox="1"/>
          <p:nvPr/>
        </p:nvSpPr>
        <p:spPr>
          <a:xfrm>
            <a:off x="3880166" y="2962526"/>
            <a:ext cx="42187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nek Latin" panose="020B0604020202020204" charset="0"/>
              </a:rPr>
              <a:t>Giving an explanation of the design, components, and functionality of the smart vacuum cleaner robot, highlighting its practicality for daily households.</a:t>
            </a:r>
          </a:p>
        </p:txBody>
      </p:sp>
      <p:sp>
        <p:nvSpPr>
          <p:cNvPr id="11" name="Google Shape;284;p43">
            <a:extLst>
              <a:ext uri="{FF2B5EF4-FFF2-40B4-BE49-F238E27FC236}">
                <a16:creationId xmlns:a16="http://schemas.microsoft.com/office/drawing/2014/main" id="{6A4C9361-3DA0-B397-96D7-951D27D1E650}"/>
              </a:ext>
            </a:extLst>
          </p:cNvPr>
          <p:cNvSpPr txBox="1">
            <a:spLocks/>
          </p:cNvSpPr>
          <p:nvPr/>
        </p:nvSpPr>
        <p:spPr>
          <a:xfrm>
            <a:off x="5102380" y="943073"/>
            <a:ext cx="1204147" cy="10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 dirty="0">
                <a:solidFill>
                  <a:schemeClr val="bg1"/>
                </a:solidFill>
                <a:latin typeface="Anek Latin" panose="020B0604020202020204" charset="0"/>
                <a:cs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2455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1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id="1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4059" r="34056"/>
          <a:stretch/>
        </p:blipFill>
        <p:spPr>
          <a:xfrm>
            <a:off x="-57375" y="-42800"/>
            <a:ext cx="2281200" cy="5243700"/>
          </a:xfrm>
          <a:prstGeom prst="roundRect">
            <a:avLst>
              <a:gd name="adj" fmla="val 3549"/>
            </a:avLst>
          </a:prstGeom>
        </p:spPr>
      </p:pic>
      <p:sp>
        <p:nvSpPr>
          <p:cNvPr id="311" name="Google Shape;311;p46"/>
          <p:cNvSpPr/>
          <p:nvPr/>
        </p:nvSpPr>
        <p:spPr>
          <a:xfrm>
            <a:off x="1956891" y="2067209"/>
            <a:ext cx="7102280" cy="4374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46"/>
          <p:cNvSpPr txBox="1">
            <a:spLocks noGrp="1"/>
          </p:cNvSpPr>
          <p:nvPr>
            <p:ph type="title"/>
          </p:nvPr>
        </p:nvSpPr>
        <p:spPr>
          <a:xfrm>
            <a:off x="2223825" y="1774975"/>
            <a:ext cx="675530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</a:rPr>
              <a:t>Used Technology &amp; Components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2" name="Google Shape;284;p43">
            <a:extLst>
              <a:ext uri="{FF2B5EF4-FFF2-40B4-BE49-F238E27FC236}">
                <a16:creationId xmlns:a16="http://schemas.microsoft.com/office/drawing/2014/main" id="{BE386947-043B-FA06-93A0-01E874D90E9F}"/>
              </a:ext>
            </a:extLst>
          </p:cNvPr>
          <p:cNvSpPr txBox="1">
            <a:spLocks/>
          </p:cNvSpPr>
          <p:nvPr/>
        </p:nvSpPr>
        <p:spPr>
          <a:xfrm>
            <a:off x="4000517" y="737246"/>
            <a:ext cx="1204147" cy="10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 dirty="0">
                <a:solidFill>
                  <a:schemeClr val="bg1"/>
                </a:solidFill>
                <a:latin typeface="Anek Latin" panose="020B0604020202020204" charset="0"/>
                <a:cs typeface="Arial" panose="020B0604020202020204" pitchFamily="34" charset="0"/>
              </a:rPr>
              <a:t>02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1820E2-B624-F0B7-2094-8DF599A4CA7C}"/>
              </a:ext>
            </a:extLst>
          </p:cNvPr>
          <p:cNvGrpSpPr/>
          <p:nvPr/>
        </p:nvGrpSpPr>
        <p:grpSpPr>
          <a:xfrm>
            <a:off x="6274761" y="2930562"/>
            <a:ext cx="877464" cy="849222"/>
            <a:chOff x="1999509" y="1879425"/>
            <a:chExt cx="975300" cy="1010100"/>
          </a:xfrm>
        </p:grpSpPr>
        <p:sp>
          <p:nvSpPr>
            <p:cNvPr id="6" name="Google Shape;326;p47">
              <a:extLst>
                <a:ext uri="{FF2B5EF4-FFF2-40B4-BE49-F238E27FC236}">
                  <a16:creationId xmlns:a16="http://schemas.microsoft.com/office/drawing/2014/main" id="{C89C3935-AA46-69A4-B0D4-1E786D781ED7}"/>
                </a:ext>
              </a:extLst>
            </p:cNvPr>
            <p:cNvSpPr/>
            <p:nvPr/>
          </p:nvSpPr>
          <p:spPr>
            <a:xfrm>
              <a:off x="1999509" y="1879425"/>
              <a:ext cx="975300" cy="101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328;p47">
              <a:extLst>
                <a:ext uri="{FF2B5EF4-FFF2-40B4-BE49-F238E27FC236}">
                  <a16:creationId xmlns:a16="http://schemas.microsoft.com/office/drawing/2014/main" id="{BC483C41-1862-EA1D-20B2-5841A8E6C49A}"/>
                </a:ext>
              </a:extLst>
            </p:cNvPr>
            <p:cNvGrpSpPr/>
            <p:nvPr/>
          </p:nvGrpSpPr>
          <p:grpSpPr>
            <a:xfrm>
              <a:off x="2278085" y="2175430"/>
              <a:ext cx="418122" cy="418091"/>
              <a:chOff x="2000087" y="2734591"/>
              <a:chExt cx="418122" cy="418091"/>
            </a:xfrm>
          </p:grpSpPr>
          <p:sp>
            <p:nvSpPr>
              <p:cNvPr id="8" name="Google Shape;329;p47">
                <a:extLst>
                  <a:ext uri="{FF2B5EF4-FFF2-40B4-BE49-F238E27FC236}">
                    <a16:creationId xmlns:a16="http://schemas.microsoft.com/office/drawing/2014/main" id="{AF88857E-6E96-8B4B-771B-9779E2975311}"/>
                  </a:ext>
                </a:extLst>
              </p:cNvPr>
              <p:cNvSpPr/>
              <p:nvPr/>
            </p:nvSpPr>
            <p:spPr>
              <a:xfrm>
                <a:off x="2000087" y="2734591"/>
                <a:ext cx="418122" cy="89624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2865" extrusionOk="0">
                    <a:moveTo>
                      <a:pt x="1675" y="1247"/>
                    </a:moveTo>
                    <a:cubicBezTo>
                      <a:pt x="1906" y="1247"/>
                      <a:pt x="2094" y="1434"/>
                      <a:pt x="2094" y="1665"/>
                    </a:cubicBezTo>
                    <a:cubicBezTo>
                      <a:pt x="2094" y="1896"/>
                      <a:pt x="1907" y="2083"/>
                      <a:pt x="1675" y="2083"/>
                    </a:cubicBezTo>
                    <a:cubicBezTo>
                      <a:pt x="1444" y="2083"/>
                      <a:pt x="1255" y="1896"/>
                      <a:pt x="1255" y="1665"/>
                    </a:cubicBezTo>
                    <a:cubicBezTo>
                      <a:pt x="1255" y="1434"/>
                      <a:pt x="1442" y="1247"/>
                      <a:pt x="1675" y="1247"/>
                    </a:cubicBezTo>
                    <a:close/>
                    <a:moveTo>
                      <a:pt x="3378" y="1247"/>
                    </a:moveTo>
                    <a:cubicBezTo>
                      <a:pt x="3609" y="1247"/>
                      <a:pt x="3796" y="1434"/>
                      <a:pt x="3796" y="1665"/>
                    </a:cubicBezTo>
                    <a:cubicBezTo>
                      <a:pt x="3796" y="1896"/>
                      <a:pt x="3610" y="2083"/>
                      <a:pt x="3378" y="2083"/>
                    </a:cubicBezTo>
                    <a:cubicBezTo>
                      <a:pt x="3147" y="2083"/>
                      <a:pt x="2958" y="1896"/>
                      <a:pt x="2958" y="1665"/>
                    </a:cubicBezTo>
                    <a:cubicBezTo>
                      <a:pt x="2958" y="1434"/>
                      <a:pt x="3145" y="1247"/>
                      <a:pt x="3378" y="1247"/>
                    </a:cubicBezTo>
                    <a:close/>
                    <a:moveTo>
                      <a:pt x="5158" y="1247"/>
                    </a:moveTo>
                    <a:cubicBezTo>
                      <a:pt x="5388" y="1247"/>
                      <a:pt x="5576" y="1434"/>
                      <a:pt x="5576" y="1665"/>
                    </a:cubicBezTo>
                    <a:cubicBezTo>
                      <a:pt x="5576" y="1896"/>
                      <a:pt x="5389" y="2083"/>
                      <a:pt x="5158" y="2083"/>
                    </a:cubicBezTo>
                    <a:cubicBezTo>
                      <a:pt x="4927" y="2083"/>
                      <a:pt x="4738" y="1896"/>
                      <a:pt x="4738" y="1665"/>
                    </a:cubicBezTo>
                    <a:cubicBezTo>
                      <a:pt x="4738" y="1434"/>
                      <a:pt x="4927" y="1247"/>
                      <a:pt x="5158" y="1247"/>
                    </a:cubicBezTo>
                    <a:close/>
                    <a:moveTo>
                      <a:pt x="965" y="0"/>
                    </a:moveTo>
                    <a:cubicBezTo>
                      <a:pt x="434" y="0"/>
                      <a:pt x="1" y="433"/>
                      <a:pt x="1" y="965"/>
                    </a:cubicBezTo>
                    <a:lnTo>
                      <a:pt x="1" y="2864"/>
                    </a:lnTo>
                    <a:lnTo>
                      <a:pt x="13366" y="2864"/>
                    </a:lnTo>
                    <a:lnTo>
                      <a:pt x="13366" y="965"/>
                    </a:lnTo>
                    <a:cubicBezTo>
                      <a:pt x="13366" y="433"/>
                      <a:pt x="12934" y="0"/>
                      <a:pt x="124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30;p47">
                <a:extLst>
                  <a:ext uri="{FF2B5EF4-FFF2-40B4-BE49-F238E27FC236}">
                    <a16:creationId xmlns:a16="http://schemas.microsoft.com/office/drawing/2014/main" id="{686332D7-7483-CA39-D9C8-9000F354E3DF}"/>
                  </a:ext>
                </a:extLst>
              </p:cNvPr>
              <p:cNvSpPr/>
              <p:nvPr/>
            </p:nvSpPr>
            <p:spPr>
              <a:xfrm>
                <a:off x="2146426" y="2912025"/>
                <a:ext cx="125787" cy="5818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860" extrusionOk="0">
                    <a:moveTo>
                      <a:pt x="2006" y="0"/>
                    </a:moveTo>
                    <a:lnTo>
                      <a:pt x="1" y="875"/>
                    </a:lnTo>
                    <a:lnTo>
                      <a:pt x="2013" y="1860"/>
                    </a:lnTo>
                    <a:lnTo>
                      <a:pt x="4021" y="911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31;p47">
                <a:extLst>
                  <a:ext uri="{FF2B5EF4-FFF2-40B4-BE49-F238E27FC236}">
                    <a16:creationId xmlns:a16="http://schemas.microsoft.com/office/drawing/2014/main" id="{440FB946-3EE2-F688-E0F4-067A65EB1D21}"/>
                  </a:ext>
                </a:extLst>
              </p:cNvPr>
              <p:cNvSpPr/>
              <p:nvPr/>
            </p:nvSpPr>
            <p:spPr>
              <a:xfrm>
                <a:off x="2128783" y="2959324"/>
                <a:ext cx="67727" cy="104922"/>
              </a:xfrm>
              <a:custGeom>
                <a:avLst/>
                <a:gdLst/>
                <a:ahLst/>
                <a:cxnLst/>
                <a:rect l="l" t="t" r="r" b="b"/>
                <a:pathLst>
                  <a:path w="2165" h="3354" extrusionOk="0">
                    <a:moveTo>
                      <a:pt x="0" y="0"/>
                    </a:moveTo>
                    <a:lnTo>
                      <a:pt x="0" y="2390"/>
                    </a:lnTo>
                    <a:lnTo>
                      <a:pt x="2165" y="3353"/>
                    </a:lnTo>
                    <a:lnTo>
                      <a:pt x="2165" y="10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32;p47">
                <a:extLst>
                  <a:ext uri="{FF2B5EF4-FFF2-40B4-BE49-F238E27FC236}">
                    <a16:creationId xmlns:a16="http://schemas.microsoft.com/office/drawing/2014/main" id="{BE02D598-25F4-410B-2F21-94EAADA65FAF}"/>
                  </a:ext>
                </a:extLst>
              </p:cNvPr>
              <p:cNvSpPr/>
              <p:nvPr/>
            </p:nvSpPr>
            <p:spPr>
              <a:xfrm>
                <a:off x="2222099" y="2960482"/>
                <a:ext cx="67820" cy="103733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3316" extrusionOk="0">
                    <a:moveTo>
                      <a:pt x="2168" y="1"/>
                    </a:moveTo>
                    <a:lnTo>
                      <a:pt x="0" y="1026"/>
                    </a:lnTo>
                    <a:lnTo>
                      <a:pt x="0" y="3315"/>
                    </a:lnTo>
                    <a:lnTo>
                      <a:pt x="2168" y="2353"/>
                    </a:lnTo>
                    <a:lnTo>
                      <a:pt x="21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33;p47">
                <a:extLst>
                  <a:ext uri="{FF2B5EF4-FFF2-40B4-BE49-F238E27FC236}">
                    <a16:creationId xmlns:a16="http://schemas.microsoft.com/office/drawing/2014/main" id="{8A4F7926-E57A-F0DB-A309-2BA1E0003A96}"/>
                  </a:ext>
                </a:extLst>
              </p:cNvPr>
              <p:cNvSpPr/>
              <p:nvPr/>
            </p:nvSpPr>
            <p:spPr>
              <a:xfrm>
                <a:off x="2000087" y="2850211"/>
                <a:ext cx="418122" cy="302470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9669" extrusionOk="0">
                    <a:moveTo>
                      <a:pt x="6688" y="1117"/>
                    </a:moveTo>
                    <a:cubicBezTo>
                      <a:pt x="6745" y="1117"/>
                      <a:pt x="6803" y="1129"/>
                      <a:pt x="6856" y="1154"/>
                    </a:cubicBezTo>
                    <a:lnTo>
                      <a:pt x="9843" y="2505"/>
                    </a:lnTo>
                    <a:cubicBezTo>
                      <a:pt x="9972" y="2565"/>
                      <a:pt x="10084" y="2700"/>
                      <a:pt x="10084" y="2879"/>
                    </a:cubicBezTo>
                    <a:lnTo>
                      <a:pt x="10084" y="6144"/>
                    </a:lnTo>
                    <a:cubicBezTo>
                      <a:pt x="10084" y="6305"/>
                      <a:pt x="9990" y="6453"/>
                      <a:pt x="9841" y="6518"/>
                    </a:cubicBezTo>
                    <a:lnTo>
                      <a:pt x="6853" y="7845"/>
                    </a:lnTo>
                    <a:cubicBezTo>
                      <a:pt x="6852" y="7844"/>
                      <a:pt x="6851" y="7844"/>
                      <a:pt x="6849" y="7844"/>
                    </a:cubicBezTo>
                    <a:cubicBezTo>
                      <a:pt x="6820" y="7844"/>
                      <a:pt x="6809" y="7881"/>
                      <a:pt x="6722" y="7881"/>
                    </a:cubicBezTo>
                    <a:cubicBezTo>
                      <a:pt x="6678" y="7881"/>
                      <a:pt x="6615" y="7872"/>
                      <a:pt x="6521" y="7845"/>
                    </a:cubicBezTo>
                    <a:lnTo>
                      <a:pt x="3539" y="6518"/>
                    </a:lnTo>
                    <a:cubicBezTo>
                      <a:pt x="3391" y="6453"/>
                      <a:pt x="3295" y="6305"/>
                      <a:pt x="3295" y="6144"/>
                    </a:cubicBezTo>
                    <a:lnTo>
                      <a:pt x="3295" y="2828"/>
                    </a:lnTo>
                    <a:cubicBezTo>
                      <a:pt x="3295" y="2688"/>
                      <a:pt x="3378" y="2523"/>
                      <a:pt x="3541" y="2453"/>
                    </a:cubicBezTo>
                    <a:lnTo>
                      <a:pt x="6524" y="1151"/>
                    </a:lnTo>
                    <a:cubicBezTo>
                      <a:pt x="6576" y="1129"/>
                      <a:pt x="6632" y="1117"/>
                      <a:pt x="6688" y="1117"/>
                    </a:cubicBezTo>
                    <a:close/>
                    <a:moveTo>
                      <a:pt x="1" y="0"/>
                    </a:moveTo>
                    <a:lnTo>
                      <a:pt x="1" y="8704"/>
                    </a:lnTo>
                    <a:cubicBezTo>
                      <a:pt x="1" y="9237"/>
                      <a:pt x="434" y="9668"/>
                      <a:pt x="965" y="9668"/>
                    </a:cubicBezTo>
                    <a:lnTo>
                      <a:pt x="12402" y="9668"/>
                    </a:lnTo>
                    <a:cubicBezTo>
                      <a:pt x="12934" y="9668"/>
                      <a:pt x="13366" y="9237"/>
                      <a:pt x="13366" y="8704"/>
                    </a:cubicBezTo>
                    <a:lnTo>
                      <a:pt x="133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352A35-C517-A9FB-50F7-05EDEF5DFE4D}"/>
              </a:ext>
            </a:extLst>
          </p:cNvPr>
          <p:cNvGrpSpPr/>
          <p:nvPr/>
        </p:nvGrpSpPr>
        <p:grpSpPr>
          <a:xfrm>
            <a:off x="3694537" y="2887233"/>
            <a:ext cx="877463" cy="849222"/>
            <a:chOff x="6169209" y="1879425"/>
            <a:chExt cx="975300" cy="1010100"/>
          </a:xfrm>
        </p:grpSpPr>
        <p:sp>
          <p:nvSpPr>
            <p:cNvPr id="14" name="Google Shape;327;p47">
              <a:extLst>
                <a:ext uri="{FF2B5EF4-FFF2-40B4-BE49-F238E27FC236}">
                  <a16:creationId xmlns:a16="http://schemas.microsoft.com/office/drawing/2014/main" id="{08FF17B7-EA4B-5305-BA4C-20711C29AF78}"/>
                </a:ext>
              </a:extLst>
            </p:cNvPr>
            <p:cNvSpPr/>
            <p:nvPr/>
          </p:nvSpPr>
          <p:spPr>
            <a:xfrm>
              <a:off x="6169209" y="1879425"/>
              <a:ext cx="975300" cy="101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334;p47">
              <a:extLst>
                <a:ext uri="{FF2B5EF4-FFF2-40B4-BE49-F238E27FC236}">
                  <a16:creationId xmlns:a16="http://schemas.microsoft.com/office/drawing/2014/main" id="{40B43300-E837-ABB6-F457-D24464256A49}"/>
                </a:ext>
              </a:extLst>
            </p:cNvPr>
            <p:cNvGrpSpPr/>
            <p:nvPr/>
          </p:nvGrpSpPr>
          <p:grpSpPr>
            <a:xfrm>
              <a:off x="6461012" y="2175430"/>
              <a:ext cx="391688" cy="418091"/>
              <a:chOff x="4540413" y="4190228"/>
              <a:chExt cx="391688" cy="418091"/>
            </a:xfrm>
          </p:grpSpPr>
          <p:sp>
            <p:nvSpPr>
              <p:cNvPr id="16" name="Google Shape;335;p47">
                <a:extLst>
                  <a:ext uri="{FF2B5EF4-FFF2-40B4-BE49-F238E27FC236}">
                    <a16:creationId xmlns:a16="http://schemas.microsoft.com/office/drawing/2014/main" id="{442D5465-82D3-6F27-E877-26A33E66AD07}"/>
                  </a:ext>
                </a:extLst>
              </p:cNvPr>
              <p:cNvSpPr/>
              <p:nvPr/>
            </p:nvSpPr>
            <p:spPr>
              <a:xfrm>
                <a:off x="4540413" y="4423658"/>
                <a:ext cx="391688" cy="184661"/>
              </a:xfrm>
              <a:custGeom>
                <a:avLst/>
                <a:gdLst/>
                <a:ahLst/>
                <a:cxnLst/>
                <a:rect l="l" t="t" r="r" b="b"/>
                <a:pathLst>
                  <a:path w="12521" h="5903" extrusionOk="0">
                    <a:moveTo>
                      <a:pt x="9660" y="1263"/>
                    </a:moveTo>
                    <a:cubicBezTo>
                      <a:pt x="9890" y="1263"/>
                      <a:pt x="10076" y="1448"/>
                      <a:pt x="10076" y="1678"/>
                    </a:cubicBezTo>
                    <a:cubicBezTo>
                      <a:pt x="10076" y="1907"/>
                      <a:pt x="9890" y="2093"/>
                      <a:pt x="9660" y="2093"/>
                    </a:cubicBezTo>
                    <a:cubicBezTo>
                      <a:pt x="9432" y="2093"/>
                      <a:pt x="9246" y="1907"/>
                      <a:pt x="9246" y="1678"/>
                    </a:cubicBezTo>
                    <a:cubicBezTo>
                      <a:pt x="9246" y="1448"/>
                      <a:pt x="9432" y="1263"/>
                      <a:pt x="9660" y="1263"/>
                    </a:cubicBezTo>
                    <a:close/>
                    <a:moveTo>
                      <a:pt x="8502" y="2429"/>
                    </a:moveTo>
                    <a:cubicBezTo>
                      <a:pt x="8731" y="2429"/>
                      <a:pt x="8917" y="2615"/>
                      <a:pt x="8917" y="2845"/>
                    </a:cubicBezTo>
                    <a:cubicBezTo>
                      <a:pt x="8917" y="3074"/>
                      <a:pt x="8731" y="3260"/>
                      <a:pt x="8502" y="3260"/>
                    </a:cubicBezTo>
                    <a:cubicBezTo>
                      <a:pt x="8272" y="3260"/>
                      <a:pt x="8087" y="3074"/>
                      <a:pt x="8087" y="2845"/>
                    </a:cubicBezTo>
                    <a:cubicBezTo>
                      <a:pt x="8087" y="2615"/>
                      <a:pt x="8272" y="2429"/>
                      <a:pt x="8502" y="2429"/>
                    </a:cubicBezTo>
                    <a:close/>
                    <a:moveTo>
                      <a:pt x="10821" y="2429"/>
                    </a:moveTo>
                    <a:cubicBezTo>
                      <a:pt x="11050" y="2429"/>
                      <a:pt x="11237" y="2615"/>
                      <a:pt x="11237" y="2845"/>
                    </a:cubicBezTo>
                    <a:cubicBezTo>
                      <a:pt x="11237" y="3074"/>
                      <a:pt x="11050" y="3260"/>
                      <a:pt x="10821" y="3260"/>
                    </a:cubicBezTo>
                    <a:cubicBezTo>
                      <a:pt x="10592" y="3260"/>
                      <a:pt x="10406" y="3074"/>
                      <a:pt x="10406" y="2845"/>
                    </a:cubicBezTo>
                    <a:cubicBezTo>
                      <a:pt x="10406" y="2615"/>
                      <a:pt x="10592" y="2429"/>
                      <a:pt x="10821" y="2429"/>
                    </a:cubicBezTo>
                    <a:close/>
                    <a:moveTo>
                      <a:pt x="3018" y="1563"/>
                    </a:moveTo>
                    <a:cubicBezTo>
                      <a:pt x="3248" y="1563"/>
                      <a:pt x="3434" y="1750"/>
                      <a:pt x="3434" y="1979"/>
                    </a:cubicBezTo>
                    <a:lnTo>
                      <a:pt x="3434" y="2499"/>
                    </a:lnTo>
                    <a:lnTo>
                      <a:pt x="3981" y="2499"/>
                    </a:lnTo>
                    <a:cubicBezTo>
                      <a:pt x="4210" y="2499"/>
                      <a:pt x="4396" y="2685"/>
                      <a:pt x="4396" y="2913"/>
                    </a:cubicBezTo>
                    <a:cubicBezTo>
                      <a:pt x="4396" y="3143"/>
                      <a:pt x="4210" y="3329"/>
                      <a:pt x="3981" y="3329"/>
                    </a:cubicBezTo>
                    <a:lnTo>
                      <a:pt x="3434" y="3329"/>
                    </a:lnTo>
                    <a:lnTo>
                      <a:pt x="3434" y="3849"/>
                    </a:lnTo>
                    <a:cubicBezTo>
                      <a:pt x="3434" y="4078"/>
                      <a:pt x="3248" y="4264"/>
                      <a:pt x="3018" y="4264"/>
                    </a:cubicBezTo>
                    <a:cubicBezTo>
                      <a:pt x="2790" y="4264"/>
                      <a:pt x="2604" y="4078"/>
                      <a:pt x="2604" y="3849"/>
                    </a:cubicBezTo>
                    <a:lnTo>
                      <a:pt x="2604" y="3329"/>
                    </a:lnTo>
                    <a:lnTo>
                      <a:pt x="2027" y="3329"/>
                    </a:lnTo>
                    <a:cubicBezTo>
                      <a:pt x="1799" y="3329"/>
                      <a:pt x="1612" y="3143"/>
                      <a:pt x="1612" y="2913"/>
                    </a:cubicBezTo>
                    <a:cubicBezTo>
                      <a:pt x="1612" y="2686"/>
                      <a:pt x="1799" y="2499"/>
                      <a:pt x="2027" y="2499"/>
                    </a:cubicBezTo>
                    <a:lnTo>
                      <a:pt x="2604" y="2499"/>
                    </a:lnTo>
                    <a:lnTo>
                      <a:pt x="2604" y="1979"/>
                    </a:lnTo>
                    <a:cubicBezTo>
                      <a:pt x="2604" y="1750"/>
                      <a:pt x="2790" y="1563"/>
                      <a:pt x="3018" y="1563"/>
                    </a:cubicBezTo>
                    <a:close/>
                    <a:moveTo>
                      <a:pt x="9660" y="3582"/>
                    </a:moveTo>
                    <a:cubicBezTo>
                      <a:pt x="9890" y="3582"/>
                      <a:pt x="10076" y="3768"/>
                      <a:pt x="10076" y="3998"/>
                    </a:cubicBezTo>
                    <a:cubicBezTo>
                      <a:pt x="10076" y="4226"/>
                      <a:pt x="9890" y="4413"/>
                      <a:pt x="9660" y="4413"/>
                    </a:cubicBezTo>
                    <a:cubicBezTo>
                      <a:pt x="9432" y="4413"/>
                      <a:pt x="9246" y="4226"/>
                      <a:pt x="9246" y="3998"/>
                    </a:cubicBezTo>
                    <a:cubicBezTo>
                      <a:pt x="9246" y="3768"/>
                      <a:pt x="9432" y="3582"/>
                      <a:pt x="9660" y="3582"/>
                    </a:cubicBezTo>
                    <a:close/>
                    <a:moveTo>
                      <a:pt x="6879" y="3865"/>
                    </a:moveTo>
                    <a:cubicBezTo>
                      <a:pt x="7109" y="3865"/>
                      <a:pt x="7295" y="4051"/>
                      <a:pt x="7295" y="4281"/>
                    </a:cubicBezTo>
                    <a:cubicBezTo>
                      <a:pt x="7295" y="4510"/>
                      <a:pt x="7109" y="4696"/>
                      <a:pt x="6879" y="4696"/>
                    </a:cubicBezTo>
                    <a:lnTo>
                      <a:pt x="5642" y="4696"/>
                    </a:lnTo>
                    <a:cubicBezTo>
                      <a:pt x="5413" y="4696"/>
                      <a:pt x="5227" y="4510"/>
                      <a:pt x="5227" y="4281"/>
                    </a:cubicBezTo>
                    <a:cubicBezTo>
                      <a:pt x="5226" y="4051"/>
                      <a:pt x="5413" y="3865"/>
                      <a:pt x="5642" y="3865"/>
                    </a:cubicBezTo>
                    <a:close/>
                    <a:moveTo>
                      <a:pt x="2907" y="0"/>
                    </a:moveTo>
                    <a:cubicBezTo>
                      <a:pt x="1304" y="0"/>
                      <a:pt x="0" y="1303"/>
                      <a:pt x="0" y="2906"/>
                    </a:cubicBezTo>
                    <a:lnTo>
                      <a:pt x="0" y="2997"/>
                    </a:lnTo>
                    <a:cubicBezTo>
                      <a:pt x="0" y="4599"/>
                      <a:pt x="1303" y="5902"/>
                      <a:pt x="2907" y="5902"/>
                    </a:cubicBezTo>
                    <a:lnTo>
                      <a:pt x="3134" y="5902"/>
                    </a:lnTo>
                    <a:cubicBezTo>
                      <a:pt x="3822" y="5902"/>
                      <a:pt x="4555" y="5815"/>
                      <a:pt x="5317" y="5644"/>
                    </a:cubicBezTo>
                    <a:cubicBezTo>
                      <a:pt x="5625" y="5574"/>
                      <a:pt x="5941" y="5538"/>
                      <a:pt x="6259" y="5538"/>
                    </a:cubicBezTo>
                    <a:cubicBezTo>
                      <a:pt x="6577" y="5538"/>
                      <a:pt x="6894" y="5574"/>
                      <a:pt x="7201" y="5644"/>
                    </a:cubicBezTo>
                    <a:cubicBezTo>
                      <a:pt x="7964" y="5815"/>
                      <a:pt x="8698" y="5902"/>
                      <a:pt x="9384" y="5902"/>
                    </a:cubicBezTo>
                    <a:lnTo>
                      <a:pt x="9615" y="5902"/>
                    </a:lnTo>
                    <a:cubicBezTo>
                      <a:pt x="11216" y="5902"/>
                      <a:pt x="12520" y="4600"/>
                      <a:pt x="12520" y="2997"/>
                    </a:cubicBezTo>
                    <a:lnTo>
                      <a:pt x="12520" y="2906"/>
                    </a:lnTo>
                    <a:cubicBezTo>
                      <a:pt x="12520" y="1305"/>
                      <a:pt x="11217" y="0"/>
                      <a:pt x="9615" y="0"/>
                    </a:cubicBezTo>
                    <a:lnTo>
                      <a:pt x="8253" y="0"/>
                    </a:lnTo>
                    <a:lnTo>
                      <a:pt x="8184" y="405"/>
                    </a:lnTo>
                    <a:cubicBezTo>
                      <a:pt x="8056" y="1154"/>
                      <a:pt x="7412" y="1698"/>
                      <a:pt x="6652" y="1698"/>
                    </a:cubicBezTo>
                    <a:lnTo>
                      <a:pt x="5768" y="1698"/>
                    </a:lnTo>
                    <a:cubicBezTo>
                      <a:pt x="5063" y="1698"/>
                      <a:pt x="4445" y="1223"/>
                      <a:pt x="4266" y="541"/>
                    </a:cubicBezTo>
                    <a:lnTo>
                      <a:pt x="41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36;p47">
                <a:extLst>
                  <a:ext uri="{FF2B5EF4-FFF2-40B4-BE49-F238E27FC236}">
                    <a16:creationId xmlns:a16="http://schemas.microsoft.com/office/drawing/2014/main" id="{0842B59A-726F-9DCB-F1B0-E853DA8E7FC1}"/>
                  </a:ext>
                </a:extLst>
              </p:cNvPr>
              <p:cNvSpPr/>
              <p:nvPr/>
            </p:nvSpPr>
            <p:spPr>
              <a:xfrm>
                <a:off x="4696232" y="4423689"/>
                <a:ext cx="75923" cy="27122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867" extrusionOk="0">
                    <a:moveTo>
                      <a:pt x="1" y="0"/>
                    </a:moveTo>
                    <a:lnTo>
                      <a:pt x="88" y="328"/>
                    </a:lnTo>
                    <a:cubicBezTo>
                      <a:pt x="172" y="644"/>
                      <a:pt x="459" y="867"/>
                      <a:pt x="787" y="867"/>
                    </a:cubicBezTo>
                    <a:lnTo>
                      <a:pt x="1671" y="867"/>
                    </a:lnTo>
                    <a:cubicBezTo>
                      <a:pt x="2024" y="867"/>
                      <a:pt x="2323" y="613"/>
                      <a:pt x="2383" y="265"/>
                    </a:cubicBezTo>
                    <a:lnTo>
                      <a:pt x="24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37;p47">
                <a:extLst>
                  <a:ext uri="{FF2B5EF4-FFF2-40B4-BE49-F238E27FC236}">
                    <a16:creationId xmlns:a16="http://schemas.microsoft.com/office/drawing/2014/main" id="{17C41B58-2110-F10F-7E14-ADE032393FA1}"/>
                  </a:ext>
                </a:extLst>
              </p:cNvPr>
              <p:cNvSpPr/>
              <p:nvPr/>
            </p:nvSpPr>
            <p:spPr>
              <a:xfrm>
                <a:off x="4586931" y="4190228"/>
                <a:ext cx="306506" cy="207434"/>
              </a:xfrm>
              <a:custGeom>
                <a:avLst/>
                <a:gdLst/>
                <a:ahLst/>
                <a:cxnLst/>
                <a:rect l="l" t="t" r="r" b="b"/>
                <a:pathLst>
                  <a:path w="9798" h="6631" extrusionOk="0">
                    <a:moveTo>
                      <a:pt x="5237" y="0"/>
                    </a:moveTo>
                    <a:cubicBezTo>
                      <a:pt x="5008" y="0"/>
                      <a:pt x="4822" y="186"/>
                      <a:pt x="4822" y="416"/>
                    </a:cubicBezTo>
                    <a:lnTo>
                      <a:pt x="4822" y="732"/>
                    </a:lnTo>
                    <a:cubicBezTo>
                      <a:pt x="4822" y="995"/>
                      <a:pt x="4608" y="1208"/>
                      <a:pt x="4346" y="1208"/>
                    </a:cubicBezTo>
                    <a:lnTo>
                      <a:pt x="1417" y="1208"/>
                    </a:lnTo>
                    <a:cubicBezTo>
                      <a:pt x="637" y="1208"/>
                      <a:pt x="1" y="1844"/>
                      <a:pt x="1" y="2624"/>
                    </a:cubicBezTo>
                    <a:cubicBezTo>
                      <a:pt x="1" y="3406"/>
                      <a:pt x="636" y="4040"/>
                      <a:pt x="1416" y="4040"/>
                    </a:cubicBezTo>
                    <a:lnTo>
                      <a:pt x="8489" y="4040"/>
                    </a:lnTo>
                    <a:cubicBezTo>
                      <a:pt x="8752" y="4040"/>
                      <a:pt x="8965" y="4254"/>
                      <a:pt x="8965" y="4516"/>
                    </a:cubicBezTo>
                    <a:cubicBezTo>
                      <a:pt x="8965" y="4779"/>
                      <a:pt x="8752" y="4992"/>
                      <a:pt x="8489" y="4992"/>
                    </a:cubicBezTo>
                    <a:lnTo>
                      <a:pt x="5613" y="4992"/>
                    </a:lnTo>
                    <a:cubicBezTo>
                      <a:pt x="4893" y="4992"/>
                      <a:pt x="4305" y="5578"/>
                      <a:pt x="4305" y="6300"/>
                    </a:cubicBezTo>
                    <a:lnTo>
                      <a:pt x="4305" y="6630"/>
                    </a:lnTo>
                    <a:lnTo>
                      <a:pt x="5138" y="6630"/>
                    </a:lnTo>
                    <a:lnTo>
                      <a:pt x="5138" y="6300"/>
                    </a:lnTo>
                    <a:cubicBezTo>
                      <a:pt x="5138" y="6037"/>
                      <a:pt x="5351" y="5824"/>
                      <a:pt x="5613" y="5824"/>
                    </a:cubicBezTo>
                    <a:lnTo>
                      <a:pt x="8489" y="5824"/>
                    </a:lnTo>
                    <a:cubicBezTo>
                      <a:pt x="9210" y="5824"/>
                      <a:pt x="9797" y="5238"/>
                      <a:pt x="9797" y="4516"/>
                    </a:cubicBezTo>
                    <a:cubicBezTo>
                      <a:pt x="9797" y="3796"/>
                      <a:pt x="9210" y="3208"/>
                      <a:pt x="8489" y="3208"/>
                    </a:cubicBezTo>
                    <a:lnTo>
                      <a:pt x="1416" y="3208"/>
                    </a:lnTo>
                    <a:cubicBezTo>
                      <a:pt x="1093" y="3208"/>
                      <a:pt x="832" y="2945"/>
                      <a:pt x="832" y="2623"/>
                    </a:cubicBezTo>
                    <a:cubicBezTo>
                      <a:pt x="832" y="2300"/>
                      <a:pt x="1094" y="2039"/>
                      <a:pt x="1416" y="2039"/>
                    </a:cubicBezTo>
                    <a:lnTo>
                      <a:pt x="4345" y="2039"/>
                    </a:lnTo>
                    <a:cubicBezTo>
                      <a:pt x="5066" y="2039"/>
                      <a:pt x="5653" y="1451"/>
                      <a:pt x="5653" y="731"/>
                    </a:cubicBezTo>
                    <a:lnTo>
                      <a:pt x="5653" y="416"/>
                    </a:lnTo>
                    <a:cubicBezTo>
                      <a:pt x="5653" y="186"/>
                      <a:pt x="5467" y="0"/>
                      <a:pt x="5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70A581-CF9F-42B8-BC07-798FFF02BE6F}"/>
              </a:ext>
            </a:extLst>
          </p:cNvPr>
          <p:cNvSpPr txBox="1"/>
          <p:nvPr/>
        </p:nvSpPr>
        <p:spPr>
          <a:xfrm>
            <a:off x="3546987" y="3880673"/>
            <a:ext cx="1784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Hardware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1BF53-1030-42DF-8741-F11D8357003B}"/>
              </a:ext>
            </a:extLst>
          </p:cNvPr>
          <p:cNvSpPr txBox="1"/>
          <p:nvPr/>
        </p:nvSpPr>
        <p:spPr>
          <a:xfrm>
            <a:off x="6066503" y="3880673"/>
            <a:ext cx="178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Technology</a:t>
            </a:r>
          </a:p>
          <a:p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 animBg="1"/>
      <p:bldP spid="313" grpId="0"/>
      <p:bldP spid="2" grpId="0"/>
      <p:bldP spid="3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5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812" b="1802"/>
          <a:stretch/>
        </p:blipFill>
        <p:spPr>
          <a:xfrm>
            <a:off x="5248525" y="274400"/>
            <a:ext cx="3164100" cy="4575600"/>
          </a:xfrm>
          <a:prstGeom prst="roundRect">
            <a:avLst>
              <a:gd name="adj" fmla="val 4289"/>
            </a:avLst>
          </a:prstGeom>
        </p:spPr>
      </p:pic>
      <p:sp>
        <p:nvSpPr>
          <p:cNvPr id="367" name="Google Shape;367;p50"/>
          <p:cNvSpPr/>
          <p:nvPr/>
        </p:nvSpPr>
        <p:spPr>
          <a:xfrm>
            <a:off x="570208" y="2424421"/>
            <a:ext cx="5638500" cy="4374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0"/>
          <p:cNvSpPr txBox="1">
            <a:spLocks noGrp="1"/>
          </p:cNvSpPr>
          <p:nvPr>
            <p:ph type="title"/>
          </p:nvPr>
        </p:nvSpPr>
        <p:spPr>
          <a:xfrm>
            <a:off x="626712" y="1311872"/>
            <a:ext cx="3855600" cy="1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69" name="Google Shape;369;p50"/>
          <p:cNvSpPr txBox="1">
            <a:spLocks noGrp="1"/>
          </p:cNvSpPr>
          <p:nvPr>
            <p:ph type="subTitle" idx="1"/>
          </p:nvPr>
        </p:nvSpPr>
        <p:spPr>
          <a:xfrm>
            <a:off x="716400" y="3119822"/>
            <a:ext cx="3855600" cy="106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nek Latin" panose="020B0604020202020204" charset="0"/>
                <a:cs typeface="Times New Roman" panose="02020603050405020304" pitchFamily="18" charset="0"/>
              </a:rPr>
              <a:t>Adapting to various floor surfaces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nek Latin" panose="020B0604020202020204" charset="0"/>
                <a:cs typeface="Times New Roman" panose="02020603050405020304" pitchFamily="18" charset="0"/>
              </a:rPr>
              <a:t>Optimizing cleaning mechanism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nek Latin" panose="020B0604020202020204" charset="0"/>
                <a:cs typeface="Times New Roman" panose="02020603050405020304" pitchFamily="18" charset="0"/>
              </a:rPr>
              <a:t>Reducing physical effort and cleaning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nek Latin" panose="020B0604020202020204" charset="0"/>
                <a:cs typeface="Times New Roman" panose="02020603050405020304" pitchFamily="18" charset="0"/>
              </a:rPr>
              <a:t>Cost-Effectiveness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nek Latin" panose="020B0604020202020204" charset="0"/>
                <a:cs typeface="Times New Roman" panose="02020603050405020304" pitchFamily="18" charset="0"/>
              </a:rPr>
              <a:t>Ease of Use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solidFill>
                <a:schemeClr val="bg1"/>
              </a:solidFill>
              <a:latin typeface="Anek Latin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70" name="Google Shape;370;p50"/>
          <p:cNvSpPr/>
          <p:nvPr/>
        </p:nvSpPr>
        <p:spPr>
          <a:xfrm>
            <a:off x="7306175" y="60328"/>
            <a:ext cx="1233900" cy="12780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0"/>
          <p:cNvSpPr/>
          <p:nvPr/>
        </p:nvSpPr>
        <p:spPr>
          <a:xfrm>
            <a:off x="4974808" y="3805178"/>
            <a:ext cx="1233900" cy="12780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84;p43">
            <a:extLst>
              <a:ext uri="{FF2B5EF4-FFF2-40B4-BE49-F238E27FC236}">
                <a16:creationId xmlns:a16="http://schemas.microsoft.com/office/drawing/2014/main" id="{75EEA803-7760-53F6-E099-86E69FCB02EF}"/>
              </a:ext>
            </a:extLst>
          </p:cNvPr>
          <p:cNvSpPr txBox="1">
            <a:spLocks/>
          </p:cNvSpPr>
          <p:nvPr/>
        </p:nvSpPr>
        <p:spPr>
          <a:xfrm>
            <a:off x="1387341" y="1037898"/>
            <a:ext cx="1204147" cy="10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 dirty="0">
                <a:solidFill>
                  <a:schemeClr val="bg1"/>
                </a:solidFill>
                <a:latin typeface="Anek Latin" panose="020B0604020202020204" charset="0"/>
                <a:cs typeface="Arial" panose="020B0604020202020204" pitchFamily="34" charset="0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2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1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id="1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8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3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3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 animBg="1"/>
      <p:bldP spid="368" grpId="0"/>
      <p:bldP spid="369" grpId="0" build="p"/>
      <p:bldP spid="370" grpId="0" animBg="1"/>
      <p:bldP spid="371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t="7126" b="7126"/>
          <a:stretch/>
        </p:blipFill>
        <p:spPr>
          <a:xfrm>
            <a:off x="705800" y="513700"/>
            <a:ext cx="3577500" cy="4090200"/>
          </a:xfrm>
          <a:prstGeom prst="roundRect">
            <a:avLst>
              <a:gd name="adj" fmla="val 4164"/>
            </a:avLst>
          </a:prstGeom>
        </p:spPr>
      </p:pic>
      <p:sp>
        <p:nvSpPr>
          <p:cNvPr id="415" name="Google Shape;415;p54"/>
          <p:cNvSpPr/>
          <p:nvPr/>
        </p:nvSpPr>
        <p:spPr>
          <a:xfrm>
            <a:off x="4376335" y="3130204"/>
            <a:ext cx="4684052" cy="3777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/>
          </p:nvPr>
        </p:nvSpPr>
        <p:spPr>
          <a:xfrm>
            <a:off x="4321606" y="2507554"/>
            <a:ext cx="4793510" cy="8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bg1"/>
                </a:solidFill>
              </a:rPr>
              <a:t>Demonstration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418" name="Google Shape;418;p54"/>
          <p:cNvSpPr txBox="1">
            <a:spLocks noGrp="1"/>
          </p:cNvSpPr>
          <p:nvPr>
            <p:ph type="title" idx="2"/>
          </p:nvPr>
        </p:nvSpPr>
        <p:spPr>
          <a:xfrm>
            <a:off x="5426091" y="1332077"/>
            <a:ext cx="1497600" cy="13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19" name="Google Shape;419;p54"/>
          <p:cNvSpPr/>
          <p:nvPr/>
        </p:nvSpPr>
        <p:spPr>
          <a:xfrm>
            <a:off x="3337210" y="297230"/>
            <a:ext cx="1103100" cy="11424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54"/>
          <p:cNvSpPr/>
          <p:nvPr/>
        </p:nvSpPr>
        <p:spPr>
          <a:xfrm>
            <a:off x="502879" y="997919"/>
            <a:ext cx="879300" cy="2256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92;p59">
            <a:extLst>
              <a:ext uri="{FF2B5EF4-FFF2-40B4-BE49-F238E27FC236}">
                <a16:creationId xmlns:a16="http://schemas.microsoft.com/office/drawing/2014/main" id="{2BBBA78B-B951-E2A9-3C97-C21CDC214FC4}"/>
              </a:ext>
            </a:extLst>
          </p:cNvPr>
          <p:cNvSpPr/>
          <p:nvPr/>
        </p:nvSpPr>
        <p:spPr>
          <a:xfrm>
            <a:off x="441925" y="3759870"/>
            <a:ext cx="1233900" cy="12780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3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3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3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" grpId="0" animBg="1"/>
      <p:bldP spid="416" grpId="0"/>
      <p:bldP spid="418" grpId="0"/>
      <p:bldP spid="419" grpId="0" animBg="1"/>
      <p:bldP spid="420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/>
          <p:nvPr/>
        </p:nvSpPr>
        <p:spPr>
          <a:xfrm>
            <a:off x="434429" y="2244197"/>
            <a:ext cx="4863600" cy="4374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78;p51">
            <a:extLst>
              <a:ext uri="{FF2B5EF4-FFF2-40B4-BE49-F238E27FC236}">
                <a16:creationId xmlns:a16="http://schemas.microsoft.com/office/drawing/2014/main" id="{2238E71B-DDB4-729F-D306-696E94096E5A}"/>
              </a:ext>
            </a:extLst>
          </p:cNvPr>
          <p:cNvSpPr txBox="1">
            <a:spLocks/>
          </p:cNvSpPr>
          <p:nvPr/>
        </p:nvSpPr>
        <p:spPr>
          <a:xfrm>
            <a:off x="529673" y="1435697"/>
            <a:ext cx="6188355" cy="1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ek Latin"/>
              <a:buNone/>
              <a:defRPr sz="2400" b="1" i="0" u="none" strike="noStrike" cap="none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7200" dirty="0">
                <a:solidFill>
                  <a:schemeClr val="bg1"/>
                </a:solidFill>
              </a:rPr>
              <a:t>Thank You!</a:t>
            </a:r>
          </a:p>
        </p:txBody>
      </p:sp>
      <p:pic>
        <p:nvPicPr>
          <p:cNvPr id="7" name="Google Shape;951;p74">
            <a:extLst>
              <a:ext uri="{FF2B5EF4-FFF2-40B4-BE49-F238E27FC236}">
                <a16:creationId xmlns:a16="http://schemas.microsoft.com/office/drawing/2014/main" id="{37D6E842-4554-EE5B-6262-B4FC7AB9A62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4824" r="26880"/>
          <a:stretch/>
        </p:blipFill>
        <p:spPr>
          <a:xfrm>
            <a:off x="5458679" y="482968"/>
            <a:ext cx="3250892" cy="4277314"/>
          </a:xfrm>
          <a:prstGeom prst="roundRect">
            <a:avLst>
              <a:gd name="adj" fmla="val 3704"/>
            </a:avLst>
          </a:prstGeom>
          <a:noFill/>
          <a:ln>
            <a:noFill/>
          </a:ln>
        </p:spPr>
      </p:pic>
      <p:sp>
        <p:nvSpPr>
          <p:cNvPr id="463" name="Google Shape;463;p57"/>
          <p:cNvSpPr/>
          <p:nvPr/>
        </p:nvSpPr>
        <p:spPr>
          <a:xfrm>
            <a:off x="8138442" y="1054769"/>
            <a:ext cx="777600" cy="19950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" grpId="0" animBg="1"/>
      <p:bldP spid="2" grpId="0"/>
      <p:bldP spid="463" grpId="0" animBg="1"/>
    </p:bldLst>
  </p:timing>
</p:sld>
</file>

<file path=ppt/theme/theme1.xml><?xml version="1.0" encoding="utf-8"?>
<a:theme xmlns:a="http://schemas.openxmlformats.org/drawingml/2006/main" name="Technology Subject for Middle School: Let's Celebrate Happy Techies Day! by Slidesgo">
  <a:themeElements>
    <a:clrScheme name="Simple Light">
      <a:dk1>
        <a:srgbClr val="0F1111"/>
      </a:dk1>
      <a:lt1>
        <a:srgbClr val="FFFFFF"/>
      </a:lt1>
      <a:dk2>
        <a:srgbClr val="C3D5D8"/>
      </a:dk2>
      <a:lt2>
        <a:srgbClr val="DCE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F111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281</TotalTime>
  <Words>90</Words>
  <Application>Microsoft Office PowerPoint</Application>
  <PresentationFormat>On-screen Show (16:9)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Anek Latin</vt:lpstr>
      <vt:lpstr>Nunito Light</vt:lpstr>
      <vt:lpstr>Times New Roman</vt:lpstr>
      <vt:lpstr>Teko</vt:lpstr>
      <vt:lpstr>Bebas Neue</vt:lpstr>
      <vt:lpstr>Arial Rounded MT Bold</vt:lpstr>
      <vt:lpstr>Technology Subject for Middle School: Let's Celebrate Happy Techies Day! by Slidesgo</vt:lpstr>
      <vt:lpstr>Smart Vacuum Cleaner Robot</vt:lpstr>
      <vt:lpstr>04</vt:lpstr>
      <vt:lpstr>Introduction</vt:lpstr>
      <vt:lpstr>Used Technology &amp; Components</vt:lpstr>
      <vt:lpstr>Objectives</vt:lpstr>
      <vt:lpstr>04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Vacuum Cleaner Robot</dc:title>
  <cp:lastModifiedBy>Rashini Shehana</cp:lastModifiedBy>
  <cp:revision>17</cp:revision>
  <dcterms:modified xsi:type="dcterms:W3CDTF">2024-03-14T07:39:14Z</dcterms:modified>
</cp:coreProperties>
</file>