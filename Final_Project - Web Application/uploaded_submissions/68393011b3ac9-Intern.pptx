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4D3D7-17E4-4179-A2E1-52A6068C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30732-F51F-49CF-8593-A55D3FA97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0D5E9-BC9B-4BF4-AD5A-89E21D0E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5F9B0-5B9A-461E-964F-2C113917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5968A-EA65-4C4A-9D0D-24655D26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020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C53B-93E3-4CDC-9987-78412530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1A0E5-AB14-44D5-BA2F-2AA569EC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C32A-1001-4724-B999-75898317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76CC-F23C-471A-BF2B-FA6E8E35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52B41-C7B5-4F5C-911B-95DAC6CA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24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AAD9-73C4-4DC0-AEF1-AAAF2AD0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A114B-29A7-4D69-91BD-7B51EA036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F3055-15DE-4935-98EF-ACD70059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321EA-C7BF-4BE4-B240-B23D2246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C949D-323D-4E28-826E-AC19F607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527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E89C-A9FD-4403-A978-D9F72E58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561B-19DD-45A9-BC75-1ADF378E6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88552-CC82-484B-9692-BFE07F54B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CEEA8-4FAE-4134-8D72-FDF9A1EE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18031-8104-46FD-9A6D-10BF9BE2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19E5B-3CB7-42C0-8318-AA2B78FE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8711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2852-DEAC-4514-AFDC-98EE782F8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594FE-90C5-4829-8D7B-2F6CEEC76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F4A69-FEF9-4E9F-AB49-C6E3DEA04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7A95B-774E-4D1C-92A9-22A7844DC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CD092-2AA6-4C72-BED0-08BEAEFFB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A1B2E-06F3-4BAE-A4A5-33E24084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1A8BD-79C7-48C4-BAE7-070BD42C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4F8C6-017C-4B84-9658-94368906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331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6C7D-E6FC-47FE-BD12-2DDECB28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39EB7-CF4C-4DBC-98FD-203DD009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38525-1276-4CCD-B6DB-C049EB9D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93CE9-487B-4CD9-8141-E0606B11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2186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AFC62-4397-402E-A8B3-B1F34C70A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A761A-AD6B-4867-B84D-1079C2AD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A4D0B-41C7-4B30-9CD0-36217BE9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2941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0A90-C72A-49E1-B765-A2CE0D6E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37015-1888-4590-B3AB-159CE5578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6B587-25EE-44B5-930D-1679C9ED6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A5EB7-85DB-497C-AC9F-09A42541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ADDB2-D4B7-48D5-8C7A-A7793B53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87107-AA26-43FF-A3F5-5BB85641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864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4AF2-2089-4D49-BB36-88AD9DEA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45E02-704C-4C79-97EF-06E3D46C8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BB8F9-E627-4D31-A6D0-E7DFEB516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76E32-F193-4DB3-9A60-74AC4EEC9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74A4-4296-49AC-8051-AA7501AB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91ED7-5FB1-4769-A108-C3973453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869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55ED-3D62-40E1-9BC9-6845C4CD9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51F88-862C-4D40-BB93-9D50846CE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E8D25-C7DC-478A-B3A7-BD57073E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88CE-30A6-4BE0-AED6-2515A762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11632-E091-45D5-ACAA-396E088A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590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D0CA1-B76E-4850-83A1-420BD5437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659C7-6E5C-497D-AC41-DF0E748C9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74F43-FE2E-404A-B3C7-FD0A259B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7B372-579A-429F-89BF-FEC50B77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E0090-9169-406D-8583-6982ADA4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023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BB502-DA92-45CA-9D84-BF5A5B399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0785C-243E-4641-931D-6EC0A1482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CDA14-C3A2-4CCF-BAF6-42BD77EC8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EAC63-FCA4-4AD8-AE24-C8876650F024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E68F6-C647-4659-B780-BFBEAC377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7E0A3-653B-4681-AD28-AEC6BA9FC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FD904-FE7F-468B-9848-267167F982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46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eb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ebp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108D2E-2228-48C0-824B-304C63189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730444"/>
            <a:ext cx="7143750" cy="26985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704114-B9FE-45D2-8391-9C4ACF04E4F2}"/>
              </a:ext>
            </a:extLst>
          </p:cNvPr>
          <p:cNvSpPr txBox="1"/>
          <p:nvPr/>
        </p:nvSpPr>
        <p:spPr>
          <a:xfrm>
            <a:off x="2000250" y="3695700"/>
            <a:ext cx="845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Training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559C3-AB88-499B-B111-7D170AFD3B3D}"/>
              </a:ext>
            </a:extLst>
          </p:cNvPr>
          <p:cNvSpPr txBox="1"/>
          <p:nvPr/>
        </p:nvSpPr>
        <p:spPr>
          <a:xfrm>
            <a:off x="8010525" y="5057774"/>
            <a:ext cx="34975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G.K.A.R.Shehana</a:t>
            </a:r>
          </a:p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GAHDSE232F-001</a:t>
            </a:r>
          </a:p>
        </p:txBody>
      </p:sp>
    </p:spTree>
    <p:extLst>
      <p:ext uri="{BB962C8B-B14F-4D97-AF65-F5344CB8AC3E}">
        <p14:creationId xmlns:p14="http://schemas.microsoft.com/office/powerpoint/2010/main" val="206374159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97DCF9-D040-485E-BCF3-62A791502329}"/>
              </a:ext>
            </a:extLst>
          </p:cNvPr>
          <p:cNvSpPr txBox="1"/>
          <p:nvPr/>
        </p:nvSpPr>
        <p:spPr>
          <a:xfrm>
            <a:off x="1616202" y="632460"/>
            <a:ext cx="845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Lanka Mobitel PLC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9A96B-3653-477D-A2DB-9859B06B96B8}"/>
              </a:ext>
            </a:extLst>
          </p:cNvPr>
          <p:cNvSpPr txBox="1"/>
          <p:nvPr/>
        </p:nvSpPr>
        <p:spPr>
          <a:xfrm>
            <a:off x="3680054" y="1770749"/>
            <a:ext cx="3236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5EBE6-EC9A-42C2-B08A-62C6D45F36F7}"/>
              </a:ext>
            </a:extLst>
          </p:cNvPr>
          <p:cNvSpPr txBox="1"/>
          <p:nvPr/>
        </p:nvSpPr>
        <p:spPr>
          <a:xfrm>
            <a:off x="3680054" y="3392475"/>
            <a:ext cx="3236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98914-B98B-4B12-83B0-9AE32477A884}"/>
              </a:ext>
            </a:extLst>
          </p:cNvPr>
          <p:cNvSpPr txBox="1"/>
          <p:nvPr/>
        </p:nvSpPr>
        <p:spPr>
          <a:xfrm>
            <a:off x="1759353" y="2293969"/>
            <a:ext cx="9634563" cy="951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"All Sri Lankans seamlessly connected with world-class information, communication and entertainment services."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D88E2-93DF-402A-8D55-28160283D9D0}"/>
              </a:ext>
            </a:extLst>
          </p:cNvPr>
          <p:cNvSpPr txBox="1"/>
          <p:nvPr/>
        </p:nvSpPr>
        <p:spPr>
          <a:xfrm>
            <a:off x="1759353" y="4087230"/>
            <a:ext cx="96345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"Your trusted and proven partner for innovative and exciting communication experiences delivered with passion, quality and commitment."</a:t>
            </a:r>
          </a:p>
        </p:txBody>
      </p:sp>
    </p:spTree>
    <p:extLst>
      <p:ext uri="{BB962C8B-B14F-4D97-AF65-F5344CB8AC3E}">
        <p14:creationId xmlns:p14="http://schemas.microsoft.com/office/powerpoint/2010/main" val="2384797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40510A-D288-47E1-AA3A-8CA8B63DBE3C}"/>
              </a:ext>
            </a:extLst>
          </p:cNvPr>
          <p:cNvSpPr txBox="1"/>
          <p:nvPr/>
        </p:nvSpPr>
        <p:spPr>
          <a:xfrm>
            <a:off x="1616202" y="632460"/>
            <a:ext cx="845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Did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35A60-ACE0-4C88-8011-61980EEA7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55" y="4331073"/>
            <a:ext cx="3011825" cy="1112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F3C697-9784-48B0-A063-A4FAC3EF4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242" y="5073116"/>
            <a:ext cx="2381913" cy="1587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A5C5FD-4275-4968-9B75-BB290AFAD1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125" y="229172"/>
            <a:ext cx="1712976" cy="1712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4AFA97-4925-4C77-8873-ECF4341CF39E}"/>
              </a:ext>
            </a:extLst>
          </p:cNvPr>
          <p:cNvSpPr txBox="1"/>
          <p:nvPr/>
        </p:nvSpPr>
        <p:spPr>
          <a:xfrm>
            <a:off x="1472184" y="1849850"/>
            <a:ext cx="8887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Programming for SLT Visitors Entry Management System using Laravel Framework.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C56C77-1A92-4613-B006-E6C27D828141}"/>
              </a:ext>
            </a:extLst>
          </p:cNvPr>
          <p:cNvSpPr txBox="1"/>
          <p:nvPr/>
        </p:nvSpPr>
        <p:spPr>
          <a:xfrm>
            <a:off x="1472184" y="2882574"/>
            <a:ext cx="9427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Test Cases for Nebula Student Management System.(Manual &amp; Automation)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8B17B-DB52-4336-A310-BBA76477D71B}"/>
              </a:ext>
            </a:extLst>
          </p:cNvPr>
          <p:cNvSpPr txBox="1"/>
          <p:nvPr/>
        </p:nvSpPr>
        <p:spPr>
          <a:xfrm>
            <a:off x="1472184" y="3852070"/>
            <a:ext cx="8887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Front-End Designs for the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MySLT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 using Bootstrap.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76C2F-F936-4064-9D12-83F94CAA693C}"/>
              </a:ext>
            </a:extLst>
          </p:cNvPr>
          <p:cNvSpPr txBox="1"/>
          <p:nvPr/>
        </p:nvSpPr>
        <p:spPr>
          <a:xfrm>
            <a:off x="1472184" y="4775401"/>
            <a:ext cx="8887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SQL Database for Nebula Student Management System.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A75923-CE6F-463B-A30E-BF11479911F1}"/>
              </a:ext>
            </a:extLst>
          </p:cNvPr>
          <p:cNvSpPr txBox="1"/>
          <p:nvPr/>
        </p:nvSpPr>
        <p:spPr>
          <a:xfrm>
            <a:off x="1472184" y="5698732"/>
            <a:ext cx="8887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about BOC QMS System.</a:t>
            </a:r>
          </a:p>
        </p:txBody>
      </p:sp>
    </p:spTree>
    <p:extLst>
      <p:ext uri="{BB962C8B-B14F-4D97-AF65-F5344CB8AC3E}">
        <p14:creationId xmlns:p14="http://schemas.microsoft.com/office/powerpoint/2010/main" val="3817015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8350E-639C-4EA0-A1D1-0E68B694798C}"/>
              </a:ext>
            </a:extLst>
          </p:cNvPr>
          <p:cNvSpPr txBox="1"/>
          <p:nvPr/>
        </p:nvSpPr>
        <p:spPr>
          <a:xfrm>
            <a:off x="397163" y="198351"/>
            <a:ext cx="120989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Nebula – Student Management 							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B55DA-C338-4A05-B503-F70982E42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63" y="1331032"/>
            <a:ext cx="4290252" cy="2097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1D6384-EB99-4ADF-8A0B-8A40EE2CE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168" y="2228176"/>
            <a:ext cx="4910210" cy="24016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66A33A-9782-4ED9-A919-6D22F6D48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607" y="4041013"/>
            <a:ext cx="4849932" cy="2401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1CCBBF-6FF9-436A-B365-603EE8D1B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460" y="4720657"/>
            <a:ext cx="3911415" cy="1938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359E0D-232D-4D35-B437-51971A9A9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3" y="3661533"/>
            <a:ext cx="2892252" cy="14931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8E7564-5CE7-47B2-B87B-316E8ADD1E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953" y="1180928"/>
            <a:ext cx="3116303" cy="163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82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32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32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23B68D-0389-4B68-8D05-379B3B0CC730}"/>
              </a:ext>
            </a:extLst>
          </p:cNvPr>
          <p:cNvSpPr txBox="1"/>
          <p:nvPr/>
        </p:nvSpPr>
        <p:spPr>
          <a:xfrm>
            <a:off x="304800" y="336897"/>
            <a:ext cx="1158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SLT Visitors Entry Management 						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4445F-5986-4735-BDF6-208780B83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1074"/>
            <a:ext cx="4452340" cy="2157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8C6A94-477B-4573-9593-641DB8FD7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309" y="2350037"/>
            <a:ext cx="4427589" cy="2157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0F4E2C-E110-4D5C-AB03-D563CDC9C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542" y="1331451"/>
            <a:ext cx="3064658" cy="2037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93847D-70FA-4CC3-A3D7-A971D4DF19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8" y="3584583"/>
            <a:ext cx="4644572" cy="22758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4E749D-A1DE-4842-9F23-EF05D71D3A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037" y="3489379"/>
            <a:ext cx="3881286" cy="18908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976F81-00DB-450F-9F48-42C5B28557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981" y="4568342"/>
            <a:ext cx="4629417" cy="22623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C7E735-4666-43AA-8D37-F8BC1F0829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854" y="5082232"/>
            <a:ext cx="3231598" cy="17115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218868-5FC0-460C-B04A-47D2C294CE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30" y="4738392"/>
            <a:ext cx="3894753" cy="19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356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32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3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32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32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DA19B-5D00-4E5F-B051-277FA1FF40EE}"/>
              </a:ext>
            </a:extLst>
          </p:cNvPr>
          <p:cNvSpPr txBox="1"/>
          <p:nvPr/>
        </p:nvSpPr>
        <p:spPr>
          <a:xfrm>
            <a:off x="1981200" y="408615"/>
            <a:ext cx="9242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23A8D-615C-4B31-B6E4-BCE382B8D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907" y="806992"/>
            <a:ext cx="1015663" cy="10156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764369-9AF9-446D-B2A6-83C0574BB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60" y="3833736"/>
            <a:ext cx="1130880" cy="11308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E088A3-5F5D-4C89-BAC5-0ACEF516E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570" y="2795157"/>
            <a:ext cx="3960160" cy="4338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613687-350A-4874-92BE-2E0C322BB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910"/>
            <a:ext cx="3083859" cy="30838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F83E71-6734-4990-8F6A-7A71C22C12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58" y="5655504"/>
            <a:ext cx="3874476" cy="9459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0F9EFA-D3A2-488D-BC8F-89F6C9FBA205}"/>
              </a:ext>
            </a:extLst>
          </p:cNvPr>
          <p:cNvSpPr txBox="1"/>
          <p:nvPr/>
        </p:nvSpPr>
        <p:spPr>
          <a:xfrm>
            <a:off x="2931458" y="1678230"/>
            <a:ext cx="417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6D250C-7808-45A2-B261-A62461ED78DD}"/>
              </a:ext>
            </a:extLst>
          </p:cNvPr>
          <p:cNvSpPr txBox="1"/>
          <p:nvPr/>
        </p:nvSpPr>
        <p:spPr>
          <a:xfrm>
            <a:off x="2931457" y="2292005"/>
            <a:ext cx="417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Xampp Server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7848DD-2EC4-4BF8-AE37-E41C64A01E9B}"/>
              </a:ext>
            </a:extLst>
          </p:cNvPr>
          <p:cNvSpPr txBox="1"/>
          <p:nvPr/>
        </p:nvSpPr>
        <p:spPr>
          <a:xfrm>
            <a:off x="2931456" y="2894162"/>
            <a:ext cx="5925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Bitbucket Version Control System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0494DE-6CBB-4387-BBD6-14C482E7AE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570" y="1462826"/>
            <a:ext cx="1588247" cy="158824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84A4B4-5887-4DBF-9977-EC14BCC9BCE5}"/>
              </a:ext>
            </a:extLst>
          </p:cNvPr>
          <p:cNvSpPr txBox="1"/>
          <p:nvPr/>
        </p:nvSpPr>
        <p:spPr>
          <a:xfrm>
            <a:off x="2931457" y="3481769"/>
            <a:ext cx="417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0F1F0C-0816-4492-B448-6AE6F5F65AB5}"/>
              </a:ext>
            </a:extLst>
          </p:cNvPr>
          <p:cNvSpPr txBox="1"/>
          <p:nvPr/>
        </p:nvSpPr>
        <p:spPr>
          <a:xfrm>
            <a:off x="2931456" y="4177962"/>
            <a:ext cx="417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API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7AA7F9-6296-4C7A-B183-05E36214E165}"/>
              </a:ext>
            </a:extLst>
          </p:cNvPr>
          <p:cNvSpPr txBox="1"/>
          <p:nvPr/>
        </p:nvSpPr>
        <p:spPr>
          <a:xfrm>
            <a:off x="2931455" y="4870674"/>
            <a:ext cx="417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Selenium IDE</a:t>
            </a:r>
          </a:p>
        </p:txBody>
      </p:sp>
    </p:spTree>
    <p:extLst>
      <p:ext uri="{BB962C8B-B14F-4D97-AF65-F5344CB8AC3E}">
        <p14:creationId xmlns:p14="http://schemas.microsoft.com/office/powerpoint/2010/main" val="34708258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5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9" grpId="0"/>
      <p:bldP spid="20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EF59B-A22B-45EB-A19C-F16822628C65}"/>
              </a:ext>
            </a:extLst>
          </p:cNvPr>
          <p:cNvSpPr txBox="1"/>
          <p:nvPr/>
        </p:nvSpPr>
        <p:spPr>
          <a:xfrm>
            <a:off x="2294965" y="292074"/>
            <a:ext cx="9036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that I Faced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6B0F6-D157-43A9-8A8B-C301543EC4EA}"/>
              </a:ext>
            </a:extLst>
          </p:cNvPr>
          <p:cNvSpPr txBox="1"/>
          <p:nvPr/>
        </p:nvSpPr>
        <p:spPr>
          <a:xfrm>
            <a:off x="1737360" y="1828800"/>
            <a:ext cx="7232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knowledge about Selenium IDE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65EDE-66DA-4348-B73A-57923A255BAC}"/>
              </a:ext>
            </a:extLst>
          </p:cNvPr>
          <p:cNvSpPr txBox="1"/>
          <p:nvPr/>
        </p:nvSpPr>
        <p:spPr>
          <a:xfrm>
            <a:off x="1737360" y="2349863"/>
            <a:ext cx="7232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Securely hosting the web application using Azure.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8DCCA-6634-4E85-8BD8-10999EC165B1}"/>
              </a:ext>
            </a:extLst>
          </p:cNvPr>
          <p:cNvSpPr txBox="1"/>
          <p:nvPr/>
        </p:nvSpPr>
        <p:spPr>
          <a:xfrm>
            <a:off x="1737360" y="2870926"/>
            <a:ext cx="7232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knowledge about the Laravel Framework.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7BF70-174C-4520-9EEF-41A02368FDC5}"/>
              </a:ext>
            </a:extLst>
          </p:cNvPr>
          <p:cNvSpPr txBox="1"/>
          <p:nvPr/>
        </p:nvSpPr>
        <p:spPr>
          <a:xfrm>
            <a:off x="1737360" y="3391989"/>
            <a:ext cx="7232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form data handling.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A65D77-6743-4BDD-91F4-5AF036DCD339}"/>
              </a:ext>
            </a:extLst>
          </p:cNvPr>
          <p:cNvSpPr/>
          <p:nvPr/>
        </p:nvSpPr>
        <p:spPr>
          <a:xfrm>
            <a:off x="1892808" y="4567536"/>
            <a:ext cx="85130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resolved these issues with the help of Google, AI Tools, and guidance from my assigned supervisor.</a:t>
            </a:r>
          </a:p>
        </p:txBody>
      </p:sp>
    </p:spTree>
    <p:extLst>
      <p:ext uri="{BB962C8B-B14F-4D97-AF65-F5344CB8AC3E}">
        <p14:creationId xmlns:p14="http://schemas.microsoft.com/office/powerpoint/2010/main" val="12047230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50"/>
                            </p:stCondLst>
                            <p:childTnLst>
                              <p:par>
                                <p:cTn id="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B0DA3D-AF02-4387-B4A1-CCF9FA5AAAFD}"/>
              </a:ext>
            </a:extLst>
          </p:cNvPr>
          <p:cNvSpPr txBox="1"/>
          <p:nvPr/>
        </p:nvSpPr>
        <p:spPr>
          <a:xfrm>
            <a:off x="2653553" y="310002"/>
            <a:ext cx="77813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Learnt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7EE8D-6735-416E-BB7E-94B8DCF67FAD}"/>
              </a:ext>
            </a:extLst>
          </p:cNvPr>
          <p:cNvSpPr txBox="1"/>
          <p:nvPr/>
        </p:nvSpPr>
        <p:spPr>
          <a:xfrm>
            <a:off x="1071372" y="1490472"/>
            <a:ext cx="1004925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frontend and backend development using Laravel Framework.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A7B28-EEC9-4B01-B39B-4CD5B2A14653}"/>
              </a:ext>
            </a:extLst>
          </p:cNvPr>
          <p:cNvSpPr txBox="1"/>
          <p:nvPr/>
        </p:nvSpPr>
        <p:spPr>
          <a:xfrm>
            <a:off x="1071372" y="2798349"/>
            <a:ext cx="10049256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about how to work with Selenium IDE and write the test cases.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31678-96E6-46BD-9372-622DB45D3728}"/>
              </a:ext>
            </a:extLst>
          </p:cNvPr>
          <p:cNvSpPr txBox="1"/>
          <p:nvPr/>
        </p:nvSpPr>
        <p:spPr>
          <a:xfrm>
            <a:off x="1071372" y="3479685"/>
            <a:ext cx="10486644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debugging skills by solving real-world issues like module errors, database connection problems, and integration bugs.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0D4EE-330D-485D-AED8-6E5CC11C772B}"/>
              </a:ext>
            </a:extLst>
          </p:cNvPr>
          <p:cNvSpPr txBox="1"/>
          <p:nvPr/>
        </p:nvSpPr>
        <p:spPr>
          <a:xfrm>
            <a:off x="1071372" y="4573789"/>
            <a:ext cx="10486644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Worked well with the team and used feedback from my supervisor to improve the 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31885-2DAB-4883-9597-34B4A91427A0}"/>
              </a:ext>
            </a:extLst>
          </p:cNvPr>
          <p:cNvSpPr txBox="1"/>
          <p:nvPr/>
        </p:nvSpPr>
        <p:spPr>
          <a:xfrm>
            <a:off x="1071372" y="5707754"/>
            <a:ext cx="10486644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Managed tasks to meet deadlines and complete assigned features on time.</a:t>
            </a:r>
          </a:p>
        </p:txBody>
      </p:sp>
    </p:spTree>
    <p:extLst>
      <p:ext uri="{BB962C8B-B14F-4D97-AF65-F5344CB8AC3E}">
        <p14:creationId xmlns:p14="http://schemas.microsoft.com/office/powerpoint/2010/main" val="4000013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28A8CF-89A8-462F-BB94-7D28F9ABB2BC}"/>
              </a:ext>
            </a:extLst>
          </p:cNvPr>
          <p:cNvSpPr txBox="1"/>
          <p:nvPr/>
        </p:nvSpPr>
        <p:spPr>
          <a:xfrm>
            <a:off x="3684494" y="2592631"/>
            <a:ext cx="579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8DF51-FCA2-49F5-9D6D-381D539AB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36" y="372035"/>
            <a:ext cx="3281083" cy="2460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7729CB-B910-428D-B0F8-6609254CB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417" y="4039187"/>
            <a:ext cx="3669423" cy="239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33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261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Rashini Shehana</dc:creator>
  <cp:lastModifiedBy>Rashini Shehana</cp:lastModifiedBy>
  <cp:revision>24</cp:revision>
  <dcterms:created xsi:type="dcterms:W3CDTF">2025-05-27T10:40:36Z</dcterms:created>
  <dcterms:modified xsi:type="dcterms:W3CDTF">2025-05-28T14:56:56Z</dcterms:modified>
</cp:coreProperties>
</file>